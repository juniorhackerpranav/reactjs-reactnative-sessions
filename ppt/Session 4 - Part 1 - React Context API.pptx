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45" r:id="rId5"/>
    <p:sldId id="347" r:id="rId6"/>
    <p:sldId id="357" r:id="rId7"/>
    <p:sldId id="359" r:id="rId8"/>
    <p:sldId id="360" r:id="rId9"/>
    <p:sldId id="361" r:id="rId10"/>
    <p:sldId id="362" r:id="rId11"/>
    <p:sldId id="364" r:id="rId12"/>
    <p:sldId id="3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52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A3D024-909B-3BC2-1496-FEEAB652808A}" name="Sher Dionisio" initials="" userId="S::Sher.Dionisio@teksystemsgs.com::02daa716-9709-4d47-a153-1943ce1675c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FD0F851-EC5A-4D38-B0AD-8093EC10F33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711" autoAdjust="0"/>
    <p:restoredTop sz="95928" autoAdjust="0"/>
  </p:normalViewPr>
  <p:slideViewPr>
    <p:cSldViewPr snapToGrid="0">
      <p:cViewPr varScale="1">
        <p:scale>
          <a:sx n="111" d="100"/>
          <a:sy n="111" d="100"/>
        </p:scale>
        <p:origin x="840" y="96"/>
      </p:cViewPr>
      <p:guideLst>
        <p:guide orient="horz" pos="175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0109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B440F78-2C9E-4C7F-818C-B40BB19D3A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D3FB98-80B9-4155-809A-82659D34A01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18EB1-FF96-47AA-9A30-F1BFF2FFD1F7}" type="datetimeFigureOut">
              <a:rPr lang="en-US" smtClean="0"/>
              <a:t>10/3/2026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DEF847-3492-4888-9C23-1504238536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E48C54-2332-4748-9C65-6A27E550C1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75FB2-D12E-4669-8522-D3E2C7E6DC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9918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E4A361-7934-4769-9B16-8A939698742C}" type="datetimeFigureOut">
              <a:rPr lang="en-US" smtClean="0"/>
              <a:t>10/3/2026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18E0B9-48E4-499D-93B2-B07D00395B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043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7007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026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C9F04-5C02-BE4F-9D6B-52A8D668F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686663-C0AA-6122-E339-29D0E0C2FF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5EC70C-F866-0467-B9A4-D8CBB625DE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FCF22-168F-2667-481F-16701559F3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847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12F17-AD4F-EFBC-CBA9-73287D457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9E2887-8CE6-5EB3-5417-FE029E4A9E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D3C041-DC5A-9E59-CB79-A205BC972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73EE85-9EA6-56F4-3509-323616859F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5935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DBFAC-8251-877E-9931-C1796567F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D532E-7A22-C5C7-9280-1104F9D0B9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4114A7-562B-8C45-78B9-E05D4E5175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35C29-714C-F6BC-E2CB-58634E7F59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2479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1FF8E-CFFB-11AC-D4A4-DB141E810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D3FCF2-E0AE-087A-34E7-02D2E06D1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8B78E-26A6-9274-4407-CD7EE9AF5D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2B8003-B806-28EC-5CA1-47D04523BF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958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25DF5-F243-8A7F-0952-FBDB8FC4D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FC21BA-B71E-F984-60F6-B5471243BA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FB1357-B87B-54EB-AF4D-508CD7CC9E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53F5D-C0CA-81B1-9428-C75D17A9B8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382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790D1-318E-10B8-F638-123DD9289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5D8C84-ADB9-5417-A99B-EDDA0D5F52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038FFB-3C5C-5502-DA0B-8ED54083D0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F94B48-67A9-74C7-675F-DE74B667A3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4004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B5624-CED9-242C-5975-1F2420682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F4A0D8-B140-1AEA-4DF8-62485B9957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EA1D5C-A9F8-13DD-C5CC-6BD74E26D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B1F33-935C-24D8-ADE3-06246804E5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339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CA39D92-9919-A80E-44FF-6B912E85073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8788" y="457200"/>
            <a:ext cx="11274425" cy="5943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62FF34D-C8F8-1796-647D-D17056A27E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1955" y="612475"/>
            <a:ext cx="4701904" cy="3079029"/>
          </a:xfrm>
        </p:spPr>
        <p:txBody>
          <a:bodyPr anchor="b">
            <a:normAutofit/>
          </a:bodyPr>
          <a:lstStyle>
            <a:lvl1pPr algn="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907688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C229E2-8757-94D8-A1B6-702189DCC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3249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77143C8-CDFF-B937-C00C-5E7B509399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883920"/>
            <a:ext cx="4114800" cy="50596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82637A1-1BB4-AF51-24C3-6FE78DD45D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438400"/>
            <a:ext cx="4799012" cy="3505200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1800"/>
            </a:lvl1pPr>
            <a:lvl2pPr marL="457200" indent="0">
              <a:lnSpc>
                <a:spcPct val="125000"/>
              </a:lnSpc>
              <a:buNone/>
              <a:defRPr sz="1600"/>
            </a:lvl2pPr>
            <a:lvl3pPr marL="914400" indent="0">
              <a:lnSpc>
                <a:spcPct val="125000"/>
              </a:lnSpc>
              <a:buNone/>
              <a:defRPr sz="1400"/>
            </a:lvl3pPr>
            <a:lvl4pPr marL="1371600" indent="0">
              <a:lnSpc>
                <a:spcPct val="125000"/>
              </a:lnSpc>
              <a:buNone/>
              <a:defRPr sz="1200"/>
            </a:lvl4pPr>
            <a:lvl5pPr marL="1828800" indent="0">
              <a:lnSpc>
                <a:spcPct val="125000"/>
              </a:lnSpc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id="{56F59DF2-AB3C-B7B3-826A-636B8CC5AB31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7687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737016-0B2B-9F81-7A77-63223C486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34E572-08FE-0439-A460-8DFE1183A6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8742" y="914399"/>
            <a:ext cx="4798858" cy="5029199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1EB46EC-087C-B8FF-2363-B99FAE983B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914400"/>
            <a:ext cx="5713413" cy="50292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926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1D49246-C641-C3BA-F07B-89FFC6CDAE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853439"/>
            <a:ext cx="4802373" cy="2833689"/>
          </a:xfrm>
        </p:spPr>
        <p:txBody>
          <a:bodyPr rIns="914400" anchor="b"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BE7E1DF-A70C-8F79-9B76-72B2A7B4DC7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3931919"/>
            <a:ext cx="4802735" cy="2072641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800"/>
            </a:lvl1pPr>
            <a:lvl2pPr marL="457200" indent="0">
              <a:lnSpc>
                <a:spcPct val="125000"/>
              </a:lnSpc>
              <a:spcBef>
                <a:spcPts val="0"/>
              </a:spcBef>
              <a:buNone/>
              <a:defRPr sz="1600"/>
            </a:lvl2pPr>
            <a:lvl3pPr marL="914400" indent="0">
              <a:lnSpc>
                <a:spcPct val="125000"/>
              </a:lnSpc>
              <a:spcBef>
                <a:spcPts val="0"/>
              </a:spcBef>
              <a:buNone/>
              <a:defRPr sz="1400"/>
            </a:lvl3pPr>
            <a:lvl4pPr marL="1371600" indent="0">
              <a:lnSpc>
                <a:spcPct val="125000"/>
              </a:lnSpc>
              <a:spcBef>
                <a:spcPts val="0"/>
              </a:spcBef>
              <a:buNone/>
              <a:defRPr sz="1200"/>
            </a:lvl4pPr>
            <a:lvl5pPr marL="1828800" indent="0">
              <a:lnSpc>
                <a:spcPct val="125000"/>
              </a:lnSpc>
              <a:spcBef>
                <a:spcPts val="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CD5F637-DFBF-7FED-7CD5-F46A26E5CD1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8587" y="921230"/>
            <a:ext cx="5713413" cy="5029200"/>
          </a:xfrm>
          <a:custGeom>
            <a:avLst/>
            <a:gdLst>
              <a:gd name="connsiteX0" fmla="*/ 5327097 w 5713413"/>
              <a:gd name="connsiteY0" fmla="*/ 0 h 5029200"/>
              <a:gd name="connsiteX1" fmla="*/ 5713413 w 5713413"/>
              <a:gd name="connsiteY1" fmla="*/ 0 h 5029200"/>
              <a:gd name="connsiteX2" fmla="*/ 5713413 w 5713413"/>
              <a:gd name="connsiteY2" fmla="*/ 5029200 h 5029200"/>
              <a:gd name="connsiteX3" fmla="*/ 5327097 w 5713413"/>
              <a:gd name="connsiteY3" fmla="*/ 5029200 h 5029200"/>
              <a:gd name="connsiteX4" fmla="*/ 0 w 5713413"/>
              <a:gd name="connsiteY4" fmla="*/ 0 h 5029200"/>
              <a:gd name="connsiteX5" fmla="*/ 5313743 w 5713413"/>
              <a:gd name="connsiteY5" fmla="*/ 0 h 5029200"/>
              <a:gd name="connsiteX6" fmla="*/ 5313743 w 5713413"/>
              <a:gd name="connsiteY6" fmla="*/ 5029200 h 5029200"/>
              <a:gd name="connsiteX7" fmla="*/ 0 w 5713413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3413" h="5029200">
                <a:moveTo>
                  <a:pt x="5327097" y="0"/>
                </a:moveTo>
                <a:lnTo>
                  <a:pt x="5713413" y="0"/>
                </a:lnTo>
                <a:lnTo>
                  <a:pt x="5713413" y="5029200"/>
                </a:lnTo>
                <a:lnTo>
                  <a:pt x="5327097" y="5029200"/>
                </a:lnTo>
                <a:close/>
                <a:moveTo>
                  <a:pt x="0" y="0"/>
                </a:moveTo>
                <a:lnTo>
                  <a:pt x="5313743" y="0"/>
                </a:lnTo>
                <a:lnTo>
                  <a:pt x="5313743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rame 12">
            <a:extLst>
              <a:ext uri="{FF2B5EF4-FFF2-40B4-BE49-F238E27FC236}">
                <a16:creationId xmlns:a16="http://schemas.microsoft.com/office/drawing/2014/main" id="{33E3B934-3E16-21AF-8F5A-9EFD93255705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050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D872928-B479-F7C5-9C83-C448FBA36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20445"/>
            <a:ext cx="4114800" cy="502920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61E3771A-E1EB-0CBE-828C-2C5E1F2AE6C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475227" y="1020445"/>
            <a:ext cx="4802735" cy="5029200"/>
          </a:xfrm>
        </p:spPr>
        <p:txBody>
          <a:bodyPr anchor="ctr">
            <a:normAutofit/>
          </a:bodyPr>
          <a:lstStyle>
            <a:lvl1pPr marL="22860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lvl1pPr>
            <a:lvl2pPr marL="41148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/>
            </a:lvl2pPr>
            <a:lvl3pPr marL="59436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/>
            </a:lvl3pPr>
            <a:lvl4pPr marL="77724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/>
            </a:lvl4pPr>
            <a:lvl5pPr marL="96012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A1635D-96F0-769B-4ECB-70502770A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4F877767-0342-A344-0462-A0D877FF68F8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152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21F215D-0D9E-64B3-1F66-E90B87932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00741"/>
            <a:ext cx="4802372" cy="278891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E86A4459-11C2-44C6-0173-C666D5AADC1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3825239"/>
            <a:ext cx="4802735" cy="2072641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800"/>
            </a:lvl1pPr>
            <a:lvl2pPr marL="457200" indent="0">
              <a:lnSpc>
                <a:spcPct val="125000"/>
              </a:lnSpc>
              <a:spcBef>
                <a:spcPts val="0"/>
              </a:spcBef>
              <a:buNone/>
              <a:defRPr sz="1600"/>
            </a:lvl2pPr>
            <a:lvl3pPr marL="914400" indent="0">
              <a:lnSpc>
                <a:spcPct val="125000"/>
              </a:lnSpc>
              <a:spcBef>
                <a:spcPts val="0"/>
              </a:spcBef>
              <a:buNone/>
              <a:defRPr sz="1400"/>
            </a:lvl3pPr>
            <a:lvl4pPr marL="1371600" indent="0">
              <a:lnSpc>
                <a:spcPct val="125000"/>
              </a:lnSpc>
              <a:spcBef>
                <a:spcPts val="0"/>
              </a:spcBef>
              <a:buNone/>
              <a:defRPr sz="1200"/>
            </a:lvl4pPr>
            <a:lvl5pPr marL="1828800" indent="0">
              <a:lnSpc>
                <a:spcPct val="125000"/>
              </a:lnSpc>
              <a:spcBef>
                <a:spcPts val="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84EF14-0982-D931-9DD6-ECFE61D5B0F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8587" y="921230"/>
            <a:ext cx="5713413" cy="5029200"/>
          </a:xfrm>
          <a:custGeom>
            <a:avLst/>
            <a:gdLst>
              <a:gd name="connsiteX0" fmla="*/ 5327097 w 5713413"/>
              <a:gd name="connsiteY0" fmla="*/ 0 h 5029200"/>
              <a:gd name="connsiteX1" fmla="*/ 5713413 w 5713413"/>
              <a:gd name="connsiteY1" fmla="*/ 0 h 5029200"/>
              <a:gd name="connsiteX2" fmla="*/ 5713413 w 5713413"/>
              <a:gd name="connsiteY2" fmla="*/ 5029200 h 5029200"/>
              <a:gd name="connsiteX3" fmla="*/ 5327097 w 5713413"/>
              <a:gd name="connsiteY3" fmla="*/ 5029200 h 5029200"/>
              <a:gd name="connsiteX4" fmla="*/ 0 w 5713413"/>
              <a:gd name="connsiteY4" fmla="*/ 0 h 5029200"/>
              <a:gd name="connsiteX5" fmla="*/ 5313743 w 5713413"/>
              <a:gd name="connsiteY5" fmla="*/ 0 h 5029200"/>
              <a:gd name="connsiteX6" fmla="*/ 5313743 w 5713413"/>
              <a:gd name="connsiteY6" fmla="*/ 5029200 h 5029200"/>
              <a:gd name="connsiteX7" fmla="*/ 0 w 5713413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3413" h="5029200">
                <a:moveTo>
                  <a:pt x="5327097" y="0"/>
                </a:moveTo>
                <a:lnTo>
                  <a:pt x="5713413" y="0"/>
                </a:lnTo>
                <a:lnTo>
                  <a:pt x="5713413" y="5029200"/>
                </a:lnTo>
                <a:lnTo>
                  <a:pt x="5327097" y="5029200"/>
                </a:lnTo>
                <a:close/>
                <a:moveTo>
                  <a:pt x="0" y="0"/>
                </a:moveTo>
                <a:lnTo>
                  <a:pt x="5313743" y="0"/>
                </a:lnTo>
                <a:lnTo>
                  <a:pt x="5313743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7D7E927E-4F73-5579-4F1D-E13899DEEA04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067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0" y="2153285"/>
            <a:ext cx="4953001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09360" y="2153285"/>
            <a:ext cx="5135880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55D7E8F5-692D-24DD-0F8C-9563BA74AAF4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435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1" y="2153285"/>
            <a:ext cx="3261359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 b="1"/>
            </a:lvl1pPr>
            <a:lvl2pPr>
              <a:spcBef>
                <a:spcPts val="1000"/>
              </a:spcBef>
              <a:spcAft>
                <a:spcPts val="1200"/>
              </a:spcAft>
              <a:defRPr sz="1600" b="1"/>
            </a:lvl2pPr>
            <a:lvl3pPr>
              <a:spcBef>
                <a:spcPts val="1000"/>
              </a:spcBef>
              <a:spcAft>
                <a:spcPts val="1200"/>
              </a:spcAft>
              <a:defRPr sz="1400" b="1"/>
            </a:lvl3pPr>
            <a:lvl4pPr>
              <a:spcBef>
                <a:spcPts val="1000"/>
              </a:spcBef>
              <a:spcAft>
                <a:spcPts val="1200"/>
              </a:spcAft>
              <a:defRPr sz="1200" b="1"/>
            </a:lvl4pPr>
            <a:lvl5pPr>
              <a:spcBef>
                <a:spcPts val="1000"/>
              </a:spcBef>
              <a:spcAft>
                <a:spcPts val="1200"/>
              </a:spcAft>
              <a:defRPr sz="1200" b="1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480560" y="2153285"/>
            <a:ext cx="6964680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5C0F1533-3810-C210-9B67-D2F4A1846C23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165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9C70371-D147-2B29-EAEB-B10A799D09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169" y="614812"/>
            <a:ext cx="10359659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5AE226-98C6-70F4-8DED-59E8FE3040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367" y="2177378"/>
            <a:ext cx="5713413" cy="4669987"/>
          </a:xfrm>
          <a:custGeom>
            <a:avLst/>
            <a:gdLst>
              <a:gd name="connsiteX0" fmla="*/ 400038 w 5713413"/>
              <a:gd name="connsiteY0" fmla="*/ 0 h 4669987"/>
              <a:gd name="connsiteX1" fmla="*/ 5713413 w 5713413"/>
              <a:gd name="connsiteY1" fmla="*/ 0 h 4669987"/>
              <a:gd name="connsiteX2" fmla="*/ 5713413 w 5713413"/>
              <a:gd name="connsiteY2" fmla="*/ 4315224 h 4669987"/>
              <a:gd name="connsiteX3" fmla="*/ 400038 w 5713413"/>
              <a:gd name="connsiteY3" fmla="*/ 4315224 h 4669987"/>
              <a:gd name="connsiteX4" fmla="*/ 0 w 5713413"/>
              <a:gd name="connsiteY4" fmla="*/ 0 h 4669987"/>
              <a:gd name="connsiteX5" fmla="*/ 386684 w 5713413"/>
              <a:gd name="connsiteY5" fmla="*/ 0 h 4669987"/>
              <a:gd name="connsiteX6" fmla="*/ 386684 w 5713413"/>
              <a:gd name="connsiteY6" fmla="*/ 4328578 h 4669987"/>
              <a:gd name="connsiteX7" fmla="*/ 5713413 w 5713413"/>
              <a:gd name="connsiteY7" fmla="*/ 4328578 h 4669987"/>
              <a:gd name="connsiteX8" fmla="*/ 5713413 w 5713413"/>
              <a:gd name="connsiteY8" fmla="*/ 4669987 h 4669987"/>
              <a:gd name="connsiteX9" fmla="*/ 0 w 5713413"/>
              <a:gd name="connsiteY9" fmla="*/ 4669987 h 4669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13413" h="4669987">
                <a:moveTo>
                  <a:pt x="400038" y="0"/>
                </a:moveTo>
                <a:lnTo>
                  <a:pt x="5713413" y="0"/>
                </a:lnTo>
                <a:lnTo>
                  <a:pt x="5713413" y="4315224"/>
                </a:lnTo>
                <a:lnTo>
                  <a:pt x="400038" y="4315224"/>
                </a:lnTo>
                <a:close/>
                <a:moveTo>
                  <a:pt x="0" y="0"/>
                </a:moveTo>
                <a:lnTo>
                  <a:pt x="386684" y="0"/>
                </a:lnTo>
                <a:lnTo>
                  <a:pt x="386684" y="4328578"/>
                </a:lnTo>
                <a:lnTo>
                  <a:pt x="5713413" y="4328578"/>
                </a:lnTo>
                <a:lnTo>
                  <a:pt x="5713413" y="4669987"/>
                </a:lnTo>
                <a:lnTo>
                  <a:pt x="0" y="466998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EEA9034-22FD-3C2F-6A27-6363896980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153285"/>
            <a:ext cx="4799012" cy="3790315"/>
          </a:xfrm>
        </p:spPr>
        <p:txBody>
          <a:bodyPr>
            <a:normAutofit/>
          </a:bodyPr>
          <a:lstStyle>
            <a:lvl1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2000"/>
            </a:lvl1pPr>
            <a:lvl2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800"/>
            </a:lvl2pPr>
            <a:lvl3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600"/>
            </a:lvl3pPr>
            <a:lvl4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400"/>
            </a:lvl4pPr>
            <a:lvl5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72AFED-AF5A-A2E9-0D36-388733BBE9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7A42E613-3DCC-07A2-BA9B-74B13F28E591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901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30338E2-B50A-8F3E-2CA7-A75753E7ED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2629" y="598947"/>
            <a:ext cx="1051560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C8DD029-A673-92B9-0343-3B35BE46D2F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9641" y="2153285"/>
            <a:ext cx="3032759" cy="3790310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6E658BA3-0202-C705-7A02-8B70B788442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724400" y="2170621"/>
            <a:ext cx="6553200" cy="3772974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BD761E53-47C7-492A-D5B5-A8C2740B5157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953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2" y="2153285"/>
            <a:ext cx="6925660" cy="3500438"/>
          </a:xfrm>
        </p:spPr>
        <p:txBody>
          <a:bodyPr lIns="91440">
            <a:normAutofit/>
          </a:bodyPr>
          <a:lstStyle>
            <a:lvl1pPr marL="0" indent="0">
              <a:spcBef>
                <a:spcPts val="1000"/>
              </a:spcBef>
              <a:spcAft>
                <a:spcPts val="1200"/>
              </a:spcAft>
              <a:buNone/>
              <a:defRPr sz="1800" b="0"/>
            </a:lvl1pPr>
            <a:lvl2pPr marL="228600">
              <a:spcBef>
                <a:spcPts val="1000"/>
              </a:spcBef>
              <a:spcAft>
                <a:spcPts val="1200"/>
              </a:spcAft>
              <a:defRPr sz="1800" b="0"/>
            </a:lvl2pPr>
            <a:lvl3pPr marL="685800">
              <a:spcBef>
                <a:spcPts val="1000"/>
              </a:spcBef>
              <a:spcAft>
                <a:spcPts val="1200"/>
              </a:spcAft>
              <a:defRPr sz="1800" b="0"/>
            </a:lvl3pPr>
            <a:lvl4pPr marL="868680">
              <a:spcBef>
                <a:spcPts val="1000"/>
              </a:spcBef>
              <a:spcAft>
                <a:spcPts val="1200"/>
              </a:spcAft>
              <a:defRPr sz="1800" b="0"/>
            </a:lvl4pPr>
            <a:lvl5pPr marL="1143000">
              <a:spcBef>
                <a:spcPts val="1000"/>
              </a:spcBef>
              <a:spcAft>
                <a:spcPts val="1200"/>
              </a:spcAft>
              <a:defRPr sz="18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215745" y="2153285"/>
            <a:ext cx="3229495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 b="1"/>
            </a:lvl1pPr>
            <a:lvl2pPr>
              <a:spcBef>
                <a:spcPts val="1000"/>
              </a:spcBef>
              <a:spcAft>
                <a:spcPts val="1200"/>
              </a:spcAft>
              <a:defRPr sz="1600" b="1"/>
            </a:lvl2pPr>
            <a:lvl3pPr>
              <a:spcBef>
                <a:spcPts val="1000"/>
              </a:spcBef>
              <a:spcAft>
                <a:spcPts val="1200"/>
              </a:spcAft>
              <a:defRPr sz="1400" b="1"/>
            </a:lvl3pPr>
            <a:lvl4pPr>
              <a:spcBef>
                <a:spcPts val="1000"/>
              </a:spcBef>
              <a:spcAft>
                <a:spcPts val="1200"/>
              </a:spcAft>
              <a:defRPr sz="1200" b="1"/>
            </a:lvl4pPr>
            <a:lvl5pPr>
              <a:spcBef>
                <a:spcPts val="1000"/>
              </a:spcBef>
              <a:spcAft>
                <a:spcPts val="1200"/>
              </a:spcAft>
              <a:defRPr sz="1200" b="1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C9F70CF1-DCAD-AE71-6B34-7BFB25EE530B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235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33145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0CF90928-AB48-3554-E2B9-417A00F286AD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930275" y="2168526"/>
            <a:ext cx="10331450" cy="393906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D6C0A7-887A-66E2-A954-5E0592B9F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688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BB1E76-5845-01C9-1D0D-03CFFE6F0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96C21AF-4286-DECE-37A1-E8980687A1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655320"/>
            <a:ext cx="4572000" cy="5486400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8E1D6B3-3EC8-6AC4-BE2B-5C732C85679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773680"/>
            <a:ext cx="4572000" cy="336804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457200" indent="0">
              <a:spcBef>
                <a:spcPts val="1000"/>
              </a:spcBef>
              <a:buNone/>
              <a:defRPr sz="1600"/>
            </a:lvl2pPr>
            <a:lvl3pPr marL="914400" indent="0">
              <a:spcBef>
                <a:spcPts val="1000"/>
              </a:spcBef>
              <a:buNone/>
              <a:defRPr sz="1400"/>
            </a:lvl3pPr>
            <a:lvl4pPr marL="1371600" indent="0">
              <a:spcBef>
                <a:spcPts val="1000"/>
              </a:spcBef>
              <a:buNone/>
              <a:defRPr sz="1200"/>
            </a:lvl4pPr>
            <a:lvl5pPr marL="1828800" indent="0"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1139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1920" userDrawn="1">
          <p15:clr>
            <a:srgbClr val="F26B43"/>
          </p15:clr>
        </p15:guide>
        <p15:guide id="4" pos="5760" userDrawn="1">
          <p15:clr>
            <a:srgbClr val="F26B43"/>
          </p15:clr>
        </p15:guide>
        <p15:guide id="5" pos="7248" userDrawn="1">
          <p15:clr>
            <a:srgbClr val="F26B43"/>
          </p15:clr>
        </p15:guide>
        <p15:guide id="6" pos="4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44B7D88-18D8-7250-6364-BECA6F65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170" y="586596"/>
            <a:ext cx="4114800" cy="3165894"/>
          </a:xfrm>
        </p:spPr>
        <p:txBody>
          <a:bodyPr/>
          <a:lstStyle/>
          <a:p>
            <a:r>
              <a:rPr lang="en-IN" dirty="0"/>
              <a:t>React Context API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C0D5F39-EF49-BECB-8276-8B8A46F07AC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0" y="1800045"/>
            <a:ext cx="4799012" cy="350520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IN" sz="2400" b="1" dirty="0"/>
              <a:t>What is Context API?</a:t>
            </a:r>
          </a:p>
          <a:p>
            <a:pPr marL="342900" indent="-342900">
              <a:buAutoNum type="arabicPeriod"/>
            </a:pPr>
            <a:r>
              <a:rPr lang="en-IN" sz="2400" b="1" dirty="0"/>
              <a:t>Prop Drilling.</a:t>
            </a:r>
          </a:p>
          <a:p>
            <a:pPr marL="342900" indent="-342900">
              <a:buAutoNum type="arabicPeriod"/>
            </a:pPr>
            <a:r>
              <a:rPr lang="en-IN" sz="2400" b="1" dirty="0"/>
              <a:t>Creating a Context</a:t>
            </a:r>
          </a:p>
          <a:p>
            <a:pPr marL="342900" indent="-342900">
              <a:buAutoNum type="arabicPeriod"/>
            </a:pPr>
            <a:r>
              <a:rPr lang="en-IN" sz="2400" b="1" dirty="0"/>
              <a:t>Providing Data</a:t>
            </a:r>
          </a:p>
          <a:p>
            <a:pPr marL="342900" indent="-342900">
              <a:buAutoNum type="arabicPeriod"/>
            </a:pPr>
            <a:r>
              <a:rPr lang="en-IN" sz="2400" b="1" dirty="0"/>
              <a:t>Consuming Context</a:t>
            </a:r>
          </a:p>
        </p:txBody>
      </p:sp>
    </p:spTree>
    <p:extLst>
      <p:ext uri="{BB962C8B-B14F-4D97-AF65-F5344CB8AC3E}">
        <p14:creationId xmlns:p14="http://schemas.microsoft.com/office/powerpoint/2010/main" val="810374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21905908-61C5-E80D-F570-D84DB7527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037" y="916126"/>
            <a:ext cx="4802373" cy="761047"/>
          </a:xfrm>
        </p:spPr>
        <p:txBody>
          <a:bodyPr/>
          <a:lstStyle/>
          <a:p>
            <a:r>
              <a:rPr lang="en-US" dirty="0"/>
              <a:t>Context API</a:t>
            </a:r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7CC1959B-E6A9-5770-EC41-43538A9E36C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035170" y="1802058"/>
            <a:ext cx="10368951" cy="761047"/>
          </a:xfrm>
        </p:spPr>
        <p:txBody>
          <a:bodyPr>
            <a:normAutofit lnSpcReduction="10000"/>
          </a:bodyPr>
          <a:lstStyle/>
          <a:p>
            <a:r>
              <a:rPr lang="en-IN" dirty="0"/>
              <a:t>Context API is a built-in React feature used to share data between multiple components without passing props manually through every level.</a:t>
            </a:r>
          </a:p>
          <a:p>
            <a:endParaRPr lang="en-US" b="1" dirty="0"/>
          </a:p>
        </p:txBody>
      </p:sp>
      <p:sp>
        <p:nvSpPr>
          <p:cNvPr id="2" name="Content Placeholder 27">
            <a:extLst>
              <a:ext uri="{FF2B5EF4-FFF2-40B4-BE49-F238E27FC236}">
                <a16:creationId xmlns:a16="http://schemas.microsoft.com/office/drawing/2014/main" id="{EDC225ED-B332-F236-855A-A1DEB8CEA289}"/>
              </a:ext>
            </a:extLst>
          </p:cNvPr>
          <p:cNvSpPr txBox="1">
            <a:spLocks/>
          </p:cNvSpPr>
          <p:nvPr/>
        </p:nvSpPr>
        <p:spPr>
          <a:xfrm>
            <a:off x="1035170" y="2769079"/>
            <a:ext cx="6435305" cy="2769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b="1" dirty="0"/>
              <a:t>Prop drilling</a:t>
            </a:r>
            <a:r>
              <a:rPr lang="en-IN" dirty="0"/>
              <a:t> is the process of passing data from a </a:t>
            </a:r>
            <a:r>
              <a:rPr lang="en-IN" b="1" dirty="0"/>
              <a:t>parent component to a deeply nested child component through multiple intermediate components</a:t>
            </a:r>
            <a:r>
              <a:rPr lang="en-IN" dirty="0"/>
              <a:t>, even when those intermediate components don't actually need the data.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9DEDE2-5590-5026-4851-022203077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7676" y="2300365"/>
            <a:ext cx="3126905" cy="411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108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CFEC6-5CE4-B3FE-9F17-C1466D3A1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EC183D53-08C7-9CAD-D0CD-306C57160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037" y="916126"/>
            <a:ext cx="7298310" cy="761047"/>
          </a:xfrm>
        </p:spPr>
        <p:txBody>
          <a:bodyPr>
            <a:normAutofit/>
          </a:bodyPr>
          <a:lstStyle/>
          <a:p>
            <a:r>
              <a:rPr lang="en-IN" dirty="0"/>
              <a:t>Why Use Context API?</a:t>
            </a:r>
            <a:endParaRPr lang="en-US" dirty="0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1978DBCE-688B-7330-6157-468CE916B14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009290" y="2111746"/>
            <a:ext cx="10368951" cy="3253884"/>
          </a:xfrm>
        </p:spPr>
        <p:txBody>
          <a:bodyPr>
            <a:normAutofit/>
          </a:bodyPr>
          <a:lstStyle/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dirty="0"/>
              <a:t>Eliminates unnecessary prop drilling.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dirty="0"/>
              <a:t>Makes shared data accessible to multiple components.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dirty="0"/>
              <a:t>Reduces repetitive prop passing.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dirty="0"/>
              <a:t>Improves code organization.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dirty="0"/>
              <a:t>Simplifies state sharing across component trees.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dirty="0"/>
              <a:t>Suitable for small to medium global state requirements.</a:t>
            </a:r>
          </a:p>
        </p:txBody>
      </p:sp>
    </p:spTree>
    <p:extLst>
      <p:ext uri="{BB962C8B-B14F-4D97-AF65-F5344CB8AC3E}">
        <p14:creationId xmlns:p14="http://schemas.microsoft.com/office/powerpoint/2010/main" val="2402882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22455-C78A-567E-EAF6-91D731084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0898CF2E-0611-FD47-638E-D6C1C0A75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037" y="916126"/>
            <a:ext cx="10257171" cy="761047"/>
          </a:xfrm>
        </p:spPr>
        <p:txBody>
          <a:bodyPr>
            <a:normAutofit fontScale="90000"/>
          </a:bodyPr>
          <a:lstStyle/>
          <a:p>
            <a:r>
              <a:rPr lang="en-IN" dirty="0"/>
              <a:t>Important Concepts of Context API</a:t>
            </a:r>
            <a:endParaRPr lang="en-US" dirty="0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6AD0DFCE-4AF3-F0F9-CD87-A312A2A53B5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026543" y="1930591"/>
            <a:ext cx="10368951" cy="3253884"/>
          </a:xfrm>
        </p:spPr>
        <p:txBody>
          <a:bodyPr>
            <a:norm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 err="1"/>
              <a:t>createContext</a:t>
            </a:r>
            <a:r>
              <a:rPr lang="en-IN" b="1" dirty="0"/>
              <a:t>()</a:t>
            </a:r>
            <a:r>
              <a:rPr lang="en-IN" dirty="0"/>
              <a:t> : Creates a context object.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/>
              <a:t>Provider </a:t>
            </a:r>
            <a:r>
              <a:rPr lang="en-IN" dirty="0"/>
              <a:t>: Supplies context data to child components.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 err="1"/>
              <a:t>useContext</a:t>
            </a:r>
            <a:r>
              <a:rPr lang="en-IN" b="1" dirty="0"/>
              <a:t>()</a:t>
            </a:r>
            <a:r>
              <a:rPr lang="en-IN" dirty="0"/>
              <a:t> : Allows functional components to consume context data.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/>
              <a:t>Context value </a:t>
            </a:r>
            <a:r>
              <a:rPr lang="en-IN" dirty="0"/>
              <a:t>: The data or functions shared through the context.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/>
              <a:t>Consumer</a:t>
            </a:r>
            <a:r>
              <a:rPr lang="en-IN" dirty="0"/>
              <a:t> : A component that reads data from the context.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BF8D64-3E5A-2B94-D5BE-5DBE37BDA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7842" y="1930591"/>
            <a:ext cx="3140713" cy="401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498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9BC9A-41E0-9315-8965-A1D2477BD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83E39FB2-909E-41C8-A696-A7AEAA044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037" y="916126"/>
            <a:ext cx="7039518" cy="761047"/>
          </a:xfrm>
        </p:spPr>
        <p:txBody>
          <a:bodyPr>
            <a:normAutofit/>
          </a:bodyPr>
          <a:lstStyle/>
          <a:p>
            <a:r>
              <a:rPr lang="en-IN" sz="4000" dirty="0"/>
              <a:t>1. Creating a Context</a:t>
            </a:r>
            <a:endParaRPr lang="en-US" sz="4000" dirty="0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955FA728-9B6B-C32E-C9BD-57F784A7ABD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026543" y="1930591"/>
            <a:ext cx="10368951" cy="3253884"/>
          </a:xfrm>
        </p:spPr>
        <p:txBody>
          <a:bodyPr>
            <a:normAutofit/>
          </a:bodyPr>
          <a:lstStyle/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Import </a:t>
            </a:r>
            <a:r>
              <a:rPr lang="en-IN" dirty="0" err="1"/>
              <a:t>createContext</a:t>
            </a:r>
            <a:r>
              <a:rPr lang="en-IN" dirty="0"/>
              <a:t> from React.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Create a context using </a:t>
            </a:r>
            <a:r>
              <a:rPr lang="en-IN" dirty="0" err="1"/>
              <a:t>createContext</a:t>
            </a:r>
            <a:r>
              <a:rPr lang="en-IN" dirty="0"/>
              <a:t>().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Export the context so other components can access it.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A default value can be provided as a fallback when no matching provider exists.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7C9AED-FA53-4466-52C9-373BC75138C9}"/>
              </a:ext>
            </a:extLst>
          </p:cNvPr>
          <p:cNvSpPr/>
          <p:nvPr/>
        </p:nvSpPr>
        <p:spPr>
          <a:xfrm>
            <a:off x="1075427" y="4218317"/>
            <a:ext cx="9353909" cy="8453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IN" b="1" dirty="0"/>
              <a:t>import { </a:t>
            </a:r>
            <a:r>
              <a:rPr lang="en-IN" b="1" dirty="0" err="1"/>
              <a:t>createContext</a:t>
            </a:r>
            <a:r>
              <a:rPr lang="en-IN" b="1" dirty="0"/>
              <a:t> } from "react";</a:t>
            </a:r>
          </a:p>
          <a:p>
            <a:pPr>
              <a:lnSpc>
                <a:spcPct val="150000"/>
              </a:lnSpc>
            </a:pPr>
            <a:r>
              <a:rPr lang="en-IN" b="1" dirty="0"/>
              <a:t>export </a:t>
            </a:r>
            <a:r>
              <a:rPr lang="en-IN" b="1" dirty="0" err="1"/>
              <a:t>const</a:t>
            </a:r>
            <a:r>
              <a:rPr lang="en-IN" b="1" dirty="0"/>
              <a:t> </a:t>
            </a:r>
            <a:r>
              <a:rPr lang="en-IN" b="1" dirty="0" err="1"/>
              <a:t>UserContext</a:t>
            </a:r>
            <a:r>
              <a:rPr lang="en-IN" b="1" dirty="0"/>
              <a:t> = </a:t>
            </a:r>
            <a:r>
              <a:rPr lang="en-IN" b="1" dirty="0" err="1"/>
              <a:t>createContext</a:t>
            </a:r>
            <a:r>
              <a:rPr lang="en-IN" b="1" dirty="0"/>
              <a:t>(null);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BDAA67-3555-8556-9CC4-7580D83EC636}"/>
              </a:ext>
            </a:extLst>
          </p:cNvPr>
          <p:cNvSpPr txBox="1"/>
          <p:nvPr/>
        </p:nvSpPr>
        <p:spPr>
          <a:xfrm>
            <a:off x="1075427" y="3722276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Syntax</a:t>
            </a:r>
          </a:p>
        </p:txBody>
      </p:sp>
    </p:spTree>
    <p:extLst>
      <p:ext uri="{BB962C8B-B14F-4D97-AF65-F5344CB8AC3E}">
        <p14:creationId xmlns:p14="http://schemas.microsoft.com/office/powerpoint/2010/main" val="218690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89590-9BE9-D5DD-C3C1-F78AF2FF5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0F30F500-823D-56DD-A956-F7CFCE2FD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485113"/>
            <a:ext cx="10515600" cy="1531525"/>
          </a:xfrm>
        </p:spPr>
        <p:txBody>
          <a:bodyPr anchor="ctr">
            <a:normAutofit/>
          </a:bodyPr>
          <a:lstStyle/>
          <a:p>
            <a:r>
              <a:rPr lang="en-IN" sz="4000" dirty="0"/>
              <a:t>2. Providing Context Data</a:t>
            </a:r>
            <a:endParaRPr lang="en-US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B1C6FA-A860-9D9D-42D2-DF2627EBDC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340"/>
          <a:stretch>
            <a:fillRect/>
          </a:stretch>
        </p:blipFill>
        <p:spPr>
          <a:xfrm>
            <a:off x="929640" y="2201766"/>
            <a:ext cx="4953001" cy="3500438"/>
          </a:xfrm>
          <a:prstGeom prst="rect">
            <a:avLst/>
          </a:prstGeom>
          <a:noFill/>
        </p:spPr>
      </p:pic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FB02E9DF-4C1E-6B9C-D080-936BD71CD26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09360" y="2455037"/>
            <a:ext cx="5135880" cy="3500438"/>
          </a:xfrm>
        </p:spPr>
        <p:txBody>
          <a:bodyPr>
            <a:normAutofit/>
          </a:bodyPr>
          <a:lstStyle/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Use the context provider to make data available to child components.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Pass data using the value prop.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All descendant components within the provider can access the context.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The provider can supply values such as user details, themes, or authentication information.</a:t>
            </a:r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8602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FF768-1A2C-9718-9C31-3EA887692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19E93FC0-F3A3-1E05-E7AD-81E7462C3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485113"/>
            <a:ext cx="10515600" cy="1531525"/>
          </a:xfrm>
        </p:spPr>
        <p:txBody>
          <a:bodyPr anchor="ctr">
            <a:normAutofit/>
          </a:bodyPr>
          <a:lstStyle/>
          <a:p>
            <a:r>
              <a:rPr lang="en-IN" sz="4000" dirty="0"/>
              <a:t>3. Consuming Context Using </a:t>
            </a:r>
            <a:r>
              <a:rPr lang="en-IN" sz="4000" dirty="0" err="1"/>
              <a:t>useContext</a:t>
            </a:r>
            <a:r>
              <a:rPr lang="en-IN" sz="4000" dirty="0"/>
              <a:t>()</a:t>
            </a:r>
            <a:endParaRPr lang="en-US" sz="4000" dirty="0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561A7C4A-A8AB-60EC-D4D3-38933A5A5EB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29640" y="2153285"/>
            <a:ext cx="5443728" cy="3500438"/>
          </a:xfrm>
        </p:spPr>
        <p:txBody>
          <a:bodyPr>
            <a:normAutofit/>
          </a:bodyPr>
          <a:lstStyle/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 err="1"/>
              <a:t>useContext</a:t>
            </a:r>
            <a:r>
              <a:rPr lang="en-IN" dirty="0"/>
              <a:t>() is a React Hook.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It reads the current value of a context.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It eliminates the need to receive shared data through props.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When the context value changes, components using that context can re-render.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01D043-7B7A-E134-FC64-437A47A4D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168" y="2016638"/>
            <a:ext cx="4295016" cy="35004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63164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586B2-C17B-107C-5D98-06352AC62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6DDD2D2F-2BFB-41AF-D90A-0FADD30B9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485113"/>
            <a:ext cx="10515600" cy="1531525"/>
          </a:xfrm>
        </p:spPr>
        <p:txBody>
          <a:bodyPr anchor="ctr">
            <a:normAutofit/>
          </a:bodyPr>
          <a:lstStyle/>
          <a:p>
            <a:r>
              <a:rPr lang="en-IN" dirty="0"/>
              <a:t>4. Context API with State</a:t>
            </a:r>
            <a:endParaRPr lang="en-US" dirty="0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1AA938D9-6A81-16EF-8968-8E7AB613458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29640" y="2153285"/>
            <a:ext cx="5635752" cy="3500438"/>
          </a:xfrm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§"/>
            </a:pPr>
            <a:r>
              <a:rPr lang="en-IN" dirty="0"/>
              <a:t>Context API can be combined with </a:t>
            </a:r>
            <a:r>
              <a:rPr lang="en-IN" dirty="0" err="1"/>
              <a:t>useState</a:t>
            </a:r>
            <a:r>
              <a:rPr lang="en-IN" dirty="0"/>
              <a:t>() to share dynamic data.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dirty="0"/>
              <a:t>The provider manages the state.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dirty="0"/>
              <a:t>Components can read the state and update it using shared functions.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dirty="0"/>
              <a:t>Useful for shared values such as theme, login status, and shopping cart data.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E15593-2C1E-756A-BD00-6A24E35C6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9" y="1351564"/>
            <a:ext cx="4614672" cy="47696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92016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40A37-3A7F-2ACE-BAE5-01A4B6BFA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3B2750D1-58AE-43BA-63B8-9E2096A5C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485113"/>
            <a:ext cx="10515600" cy="1531525"/>
          </a:xfrm>
        </p:spPr>
        <p:txBody>
          <a:bodyPr anchor="ctr">
            <a:normAutofit/>
          </a:bodyPr>
          <a:lstStyle/>
          <a:p>
            <a:r>
              <a:rPr lang="en-IN" dirty="0"/>
              <a:t>Common Use Cases</a:t>
            </a:r>
            <a:endParaRPr lang="en-US" dirty="0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A88AAF2C-36B9-0452-9BF3-950B948A237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29640" y="2153284"/>
            <a:ext cx="10347960" cy="3798941"/>
          </a:xfrm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v"/>
            </a:pPr>
            <a:r>
              <a:rPr lang="en-IN" dirty="0"/>
              <a:t>    </a:t>
            </a:r>
            <a:r>
              <a:rPr lang="en-IN" b="1" dirty="0"/>
              <a:t>Authentication : </a:t>
            </a:r>
            <a:r>
              <a:rPr lang="en-IN" dirty="0"/>
              <a:t>Share logged-in user information and authentication status.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dirty="0"/>
              <a:t>    </a:t>
            </a:r>
            <a:r>
              <a:rPr lang="en-IN" b="1" dirty="0"/>
              <a:t>Theme Management : </a:t>
            </a:r>
            <a:r>
              <a:rPr lang="en-IN" dirty="0"/>
              <a:t>Share light or dark theme settings.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dirty="0"/>
              <a:t>    </a:t>
            </a:r>
            <a:r>
              <a:rPr lang="en-IN" b="1" dirty="0"/>
              <a:t>Language Preferences : </a:t>
            </a:r>
            <a:r>
              <a:rPr lang="en-IN" dirty="0"/>
              <a:t>Share selected language throughout the application.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dirty="0"/>
              <a:t>    </a:t>
            </a:r>
            <a:r>
              <a:rPr lang="en-IN" b="1" dirty="0"/>
              <a:t>Shopping Cart : </a:t>
            </a:r>
            <a:r>
              <a:rPr lang="en-IN" dirty="0"/>
              <a:t>Share cart items and cart-related actions.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dirty="0"/>
              <a:t>    </a:t>
            </a:r>
            <a:r>
              <a:rPr lang="en-IN" b="1" dirty="0"/>
              <a:t>User Preferences : </a:t>
            </a:r>
            <a:r>
              <a:rPr lang="en-IN" dirty="0"/>
              <a:t>Share application settings and preferences.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dirty="0"/>
              <a:t>    </a:t>
            </a:r>
            <a:r>
              <a:rPr lang="en-IN" b="1" dirty="0"/>
              <a:t>Application Configuration :</a:t>
            </a:r>
            <a:r>
              <a:rPr lang="en-IN" dirty="0"/>
              <a:t> Share common configuration values.</a:t>
            </a:r>
          </a:p>
        </p:txBody>
      </p:sp>
    </p:spTree>
    <p:extLst>
      <p:ext uri="{BB962C8B-B14F-4D97-AF65-F5344CB8AC3E}">
        <p14:creationId xmlns:p14="http://schemas.microsoft.com/office/powerpoint/2010/main" val="220231032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B09D"/>
      </a:accent1>
      <a:accent2>
        <a:srgbClr val="FFD7C7"/>
      </a:accent2>
      <a:accent3>
        <a:srgbClr val="FFE9E0"/>
      </a:accent3>
      <a:accent4>
        <a:srgbClr val="55736D"/>
      </a:accent4>
      <a:accent5>
        <a:srgbClr val="88A88E"/>
      </a:accent5>
      <a:accent6>
        <a:srgbClr val="E6FFFB"/>
      </a:accent6>
      <a:hlink>
        <a:srgbClr val="0563C1"/>
      </a:hlink>
      <a:folHlink>
        <a:srgbClr val="954F72"/>
      </a:folHlink>
    </a:clrScheme>
    <a:fontScheme name="Custom 116">
      <a:majorFont>
        <a:latin typeface="Bodoni MT"/>
        <a:ea typeface=""/>
        <a:cs typeface=""/>
      </a:majorFont>
      <a:minorFont>
        <a:latin typeface="Sourc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66722518_win32_SD_v11" id="{6E195932-91F4-4861-8538-848409B20D97}" vid="{F5C82CE7-F5AC-4E30-975C-FD228ED220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37CDA33-9251-49D0-A51A-7888AA3E063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2E4FA29-61E2-42A6-9537-732ED628B6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F796806-D3A7-49C6-9335-B8A0B9307F8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Light sales pitch presentation</Template>
  <TotalTime>143</TotalTime>
  <Words>459</Words>
  <Application>Microsoft Office PowerPoint</Application>
  <PresentationFormat>Widescreen</PresentationFormat>
  <Paragraphs>62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Bodoni MT</vt:lpstr>
      <vt:lpstr>Calibri</vt:lpstr>
      <vt:lpstr>Source Sans Pro Light</vt:lpstr>
      <vt:lpstr>Wingdings</vt:lpstr>
      <vt:lpstr>Custom</vt:lpstr>
      <vt:lpstr>React Context API</vt:lpstr>
      <vt:lpstr>Context API</vt:lpstr>
      <vt:lpstr>Why Use Context API?</vt:lpstr>
      <vt:lpstr>Important Concepts of Context API</vt:lpstr>
      <vt:lpstr>1. Creating a Context</vt:lpstr>
      <vt:lpstr>2. Providing Context Data</vt:lpstr>
      <vt:lpstr>3. Consuming Context Using useContext()</vt:lpstr>
      <vt:lpstr>4. Context API with State</vt:lpstr>
      <vt:lpstr>Common Use Cases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Pranav Shilavane</dc:creator>
  <cp:lastModifiedBy>Pranav Shilavane</cp:lastModifiedBy>
  <cp:revision>5</cp:revision>
  <dcterms:created xsi:type="dcterms:W3CDTF">2026-09-12T01:02:57Z</dcterms:created>
  <dcterms:modified xsi:type="dcterms:W3CDTF">2026-10-03T07:15:22Z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