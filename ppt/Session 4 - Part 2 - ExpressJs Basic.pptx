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1536" r:id="rId5"/>
    <p:sldId id="257" r:id="rId6"/>
    <p:sldId id="259" r:id="rId7"/>
    <p:sldId id="1540" r:id="rId8"/>
    <p:sldId id="1541" r:id="rId9"/>
    <p:sldId id="1542" r:id="rId10"/>
    <p:sldId id="1543" r:id="rId11"/>
    <p:sldId id="1544" r:id="rId12"/>
    <p:sldId id="1545" r:id="rId13"/>
    <p:sldId id="1550" r:id="rId14"/>
    <p:sldId id="1546" r:id="rId15"/>
    <p:sldId id="1547" r:id="rId16"/>
    <p:sldId id="154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C16F"/>
    <a:srgbClr val="60C0C3"/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28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923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9C50A-1E29-A828-83A2-F81A0DEB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196-262D-4F39-8890-3AC3446557F7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91671-9C6D-E750-F7E8-AE44B515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D322A-78C3-879A-7B37-7CD08CEA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80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 userDrawn="1"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3A549-ED82-4E4F-ADAD-08AACE545DDC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>
            <a:lvl1pPr algn="l">
              <a:defRPr sz="8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73F61-A26C-41D8-B94B-A445EA8C9A2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99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 userDrawn="1"/>
        </p:nvSpPr>
        <p:spPr>
          <a:xfrm rot="16200000" flipH="1">
            <a:off x="2655863" y="-2678137"/>
            <a:ext cx="6857999" cy="12214275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 userDrawn="1"/>
        </p:nvSpPr>
        <p:spPr>
          <a:xfrm rot="5400000" flipH="1">
            <a:off x="2704549" y="-1552503"/>
            <a:ext cx="5669226" cy="1113927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670580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3315-78C9-4BBB-B5DF-F3008BC8556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965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731520"/>
            <a:ext cx="6903720" cy="3044952"/>
          </a:xfrm>
        </p:spPr>
        <p:txBody>
          <a:bodyPr anchor="t">
            <a:normAutofit/>
          </a:bodyPr>
          <a:lstStyle>
            <a:lvl1pPr algn="l">
              <a:defRPr sz="48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1C16C-FC44-5BB1-67FE-2E46B19B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0A30-FDE0-4FEE-A676-538F683BB14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69E962-2EE4-E3D1-7786-964F1D80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68BA6-BE45-49DE-D0A8-EFAA259F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76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 userDrawn="1"/>
        </p:nvSpPr>
        <p:spPr>
          <a:xfrm rot="16200000" flipH="1">
            <a:off x="2655863" y="-2678137"/>
            <a:ext cx="6857999" cy="12214275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 userDrawn="1"/>
        </p:nvSpPr>
        <p:spPr>
          <a:xfrm rot="5400000" flipH="1">
            <a:off x="2704549" y="-1552503"/>
            <a:ext cx="5669226" cy="1113927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670580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731520"/>
            <a:ext cx="6903720" cy="3044952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C21-A53D-4BFE-ABB4-B3854BA3473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53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4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4608576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5ACC4-E893-074F-A086-F3C5EE6DB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7AAEDD-33D5-4C71-A2A9-BD0BD02A990D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3744C-74E1-2578-CFE3-9607A1E8E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DF715-EAAA-F343-7DF0-B2A06F3682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D5ECA3-0963-E730-D099-22F05C4A3E76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154881-2AE9-22B6-8673-15787178E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605681"/>
            <a:ext cx="12202174" cy="2265904"/>
            <a:chOff x="0" y="-29768"/>
            <a:chExt cx="12202174" cy="15193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CAE982-93F7-4C74-3CC9-33ED95851716}"/>
                </a:ext>
              </a:extLst>
            </p:cNvPr>
            <p:cNvSpPr/>
            <p:nvPr/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D71F9F-0A24-17CB-A4C2-7A44C07BB69F}"/>
                </a:ext>
              </a:extLst>
            </p:cNvPr>
            <p:cNvSpPr/>
            <p:nvPr/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0FD491-2EF0-BCB3-DD1C-76D61F1835A1}"/>
                </a:ext>
              </a:extLst>
            </p:cNvPr>
            <p:cNvSpPr/>
            <p:nvPr/>
          </p:nvSpPr>
          <p:spPr>
            <a:xfrm rot="5400000">
              <a:off x="4981251" y="-5011019"/>
              <a:ext cx="1519356" cy="11481857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4608576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37280E2-EACC-6630-399E-3A403A181A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AC11FC-F97A-4B81-A1A4-C0675DB2567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C536050-8DD0-5D54-681B-A3810EFA0A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31BF9AC-6D93-2C62-4DCA-DBD48765BA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878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4492679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D94DF0-746F-4885-8BFF-A9539AD6B79F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71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anchor="t">
            <a:normAutofit/>
          </a:bodyPr>
          <a:lstStyle>
            <a:lvl1pPr algn="l">
              <a:defRPr sz="4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4981651"/>
            <a:ext cx="3200400" cy="116311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713232"/>
            <a:ext cx="7141464" cy="5431536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8593D0-E26E-9163-7495-E2CF2EB8EAF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164C5D-9B48-44BA-A344-0073B49D7F8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E3590-F6F7-478E-7072-9BCB01CD96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D9CD61B-36AB-0D81-D61A-B18FA305D3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16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anchor="t">
            <a:normAutofit/>
          </a:bodyPr>
          <a:lstStyle>
            <a:lvl1pPr algn="l">
              <a:defRPr sz="4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653528" cy="6858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C139A420-CE3C-4200-8C12-93D1D059216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503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DC7D9D-1283-6B64-54B5-FD89101615C8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F997C6-45BA-9D70-4F2B-18646ED18BF4}"/>
              </a:ext>
            </a:extLst>
          </p:cNvPr>
          <p:cNvGrpSpPr/>
          <p:nvPr userDrawn="1"/>
        </p:nvGrpSpPr>
        <p:grpSpPr>
          <a:xfrm>
            <a:off x="7653528" y="0"/>
            <a:ext cx="4545541" cy="6864720"/>
            <a:chOff x="7760503" y="-18309"/>
            <a:chExt cx="4438566" cy="68830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61B878-507A-54F4-353D-8A4564709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60512" y="-11580"/>
              <a:ext cx="4431490" cy="6876300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D6592B-585B-C9BE-BC0A-69D474FE3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7760503" y="1713600"/>
              <a:ext cx="4431496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FD94B36-1055-422B-E015-DA352D193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60509" y="-11586"/>
              <a:ext cx="3264743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08E015-EBC5-FF3D-8329-E06867263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6547151" y="1202115"/>
              <a:ext cx="6872341" cy="4431494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2168" y="1371600"/>
            <a:ext cx="3456430" cy="2386584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2167" y="3877056"/>
            <a:ext cx="3456431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653528" cy="68580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5ABF53E-9405-749D-F125-6047BB04130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661902" y="6318504"/>
            <a:ext cx="905257" cy="365760"/>
          </a:xfrm>
        </p:spPr>
        <p:txBody>
          <a:bodyPr/>
          <a:lstStyle/>
          <a:p>
            <a:fld id="{0867F805-6554-4B19-947C-032F0BC7FFEF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6A16C3B-5387-BF4E-27AA-EA2DEBADE9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02167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2506ED1-C024-3620-1DD8-5C1E151E64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299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713232"/>
            <a:ext cx="4828032" cy="2953512"/>
          </a:xfrm>
        </p:spPr>
        <p:txBody>
          <a:bodyPr anchor="t">
            <a:normAutofit/>
          </a:bodyPr>
          <a:lstStyle>
            <a:lvl1pPr algn="l">
              <a:defRPr sz="44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B179717B-F8EC-4BA3-8160-AE4E76EE0CE6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403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>
            <a:lvl1pPr algn="l">
              <a:defRPr sz="54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B97CBF45-FAE0-4C53-B04C-7DF1B51449DB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178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 userDrawn="1"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 userDrawn="1"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 userDrawn="1"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713232"/>
            <a:ext cx="4828032" cy="2953512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CD5645A2-ECAE-40B8-8DE1-E5D730275A56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67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 userDrawn="1"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 userDrawn="1"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 userDrawn="1"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3A2C4A0A-74BB-48D3-82E0-B117A022E853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042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69B239-8070-DF64-FE04-ACD9197C1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23" y="-4329"/>
            <a:ext cx="8129869" cy="6858000"/>
            <a:chOff x="5171844" y="-11586"/>
            <a:chExt cx="7020159" cy="68695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DEE76-C142-D245-C6A2-18A09A688352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2F671C-CDF6-D829-32B5-4D80E6DFBA64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5058B4-CE97-648C-8EB8-E7B1A44E1965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19DCF0-5715-75D4-82C8-0925E2F5D3D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008" y="1371600"/>
            <a:ext cx="5724144" cy="2386584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3896" y="3877056"/>
            <a:ext cx="5221224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9743" y="0"/>
            <a:ext cx="4062257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8B6DE-6BDC-E548-E682-454500FF39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922575" y="6318504"/>
            <a:ext cx="2429146" cy="365760"/>
          </a:xfrm>
        </p:spPr>
        <p:txBody>
          <a:bodyPr/>
          <a:lstStyle/>
          <a:p>
            <a:fld id="{EBA9E0FA-5E3B-456C-B190-1C5D6B2D3B56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D31AD-85B3-91B6-9D78-2DCF5F950D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86FA7BF-70D2-F141-E2D9-909CA33B72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6942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98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0067FF-8FC0-5FF9-DC0B-F73EEF801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41200" y="-4329"/>
            <a:ext cx="7750804" cy="6869586"/>
            <a:chOff x="5171844" y="-11586"/>
            <a:chExt cx="7020159" cy="68695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C4B40F-7B3C-BBFF-36BD-59C859AE7A8E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8855EC-485E-B4A6-3323-4A3F78E46444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6394338-785F-15E7-EFAA-ECEDFC5E2476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2A66C2-03D0-73D4-E8EE-985427867816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7840" y="1371600"/>
            <a:ext cx="5477256" cy="2386584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5584" y="3877056"/>
            <a:ext cx="5001768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43984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15C9FF-BC61-B8E9-7257-80B103C5BDE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37448F-3F25-4489-8753-7EA5C022F9A2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F86D9F8-6602-271B-FE2D-652EC64047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00600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D8982DA-3270-78D6-CF26-D0BE324627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14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6A8AF3-9C41-BBE0-28EC-0967476ECFDF}"/>
              </a:ext>
            </a:extLst>
          </p:cNvPr>
          <p:cNvSpPr/>
          <p:nvPr userDrawn="1"/>
        </p:nvSpPr>
        <p:spPr>
          <a:xfrm rot="5400000">
            <a:off x="7143745" y="1809750"/>
            <a:ext cx="6857999" cy="3238502"/>
          </a:xfrm>
          <a:prstGeom prst="rect">
            <a:avLst/>
          </a:prstGeom>
          <a:gradFill>
            <a:gsLst>
              <a:gs pos="13000">
                <a:schemeClr val="accent2"/>
              </a:gs>
              <a:gs pos="89000">
                <a:schemeClr val="accent5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B5494F-44E1-934B-42F4-366544A10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452414" y="3120964"/>
            <a:ext cx="4235570" cy="323850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58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557784"/>
            <a:ext cx="6391656" cy="1143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0B7FB-87C0-3079-19C7-6CED6267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8402" y="6318504"/>
            <a:ext cx="2618758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3707AF-9529-47F7-B62D-6915739C4D1C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99D9E-BE0F-5E13-5AB3-CAABD589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498B2-725B-65BA-9E95-1CC3CE00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anchor="b">
            <a:normAutofit/>
          </a:bodyPr>
          <a:lstStyle>
            <a:lvl1pPr>
              <a:defRPr sz="66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27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557784"/>
            <a:ext cx="6391656" cy="1143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5D7A-1922-450E-8872-62F5AF42694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456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 userDrawn="1"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 userDrawn="1"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 userDrawn="1"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557784"/>
            <a:ext cx="6391656" cy="1143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61AD-546C-4AAE-A736-53670D5C542A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14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B93086-0808-B114-0740-521B359C1A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E08038D-9EFE-3356-C148-EC8143338DF0}"/>
              </a:ext>
            </a:extLst>
          </p:cNvPr>
          <p:cNvGrpSpPr/>
          <p:nvPr userDrawn="1"/>
        </p:nvGrpSpPr>
        <p:grpSpPr>
          <a:xfrm>
            <a:off x="0" y="-14248"/>
            <a:ext cx="12192000" cy="6894986"/>
            <a:chOff x="0" y="-7622"/>
            <a:chExt cx="12192000" cy="689498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F9C2B1-B11B-9A2B-67A4-122E2DA32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AA54FE-841B-0347-5AD3-562968E9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25D360-3248-FA35-87B0-2A8DBEDC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A1D086-3B99-A3A2-B648-280F1AB4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4632"/>
            <a:ext cx="10085832" cy="1161288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32" y="2432304"/>
            <a:ext cx="6053328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0556115-5F08-48BB-9AAD-5F98DFFE934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4632"/>
            <a:ext cx="10085832" cy="1161288"/>
          </a:xfrm>
          <a:noFill/>
        </p:spPr>
        <p:txBody>
          <a:bodyPr anchor="t">
            <a:normAutofit/>
          </a:bodyPr>
          <a:lstStyle>
            <a:lvl1pPr>
              <a:defRPr sz="66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32" y="2432304"/>
            <a:ext cx="6053328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BDF5DD-FC76-422E-90E7-591B5FA5BB2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914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404872"/>
            <a:ext cx="4389120" cy="1865376"/>
          </a:xfrm>
          <a:noFill/>
        </p:spPr>
        <p:txBody>
          <a:bodyPr anchor="ctr">
            <a:normAutofit/>
          </a:bodyPr>
          <a:lstStyle>
            <a:lvl1pPr algn="ctr">
              <a:defRPr sz="66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877824"/>
            <a:ext cx="5129784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906DB8-BA34-4A62-87EF-F70F9F53B17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933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1DB633-1864-45A5-BE51-B3688A1CEEA6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5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564ED-1140-B258-F708-E601B50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3496" y="6428232"/>
            <a:ext cx="3136392" cy="365760"/>
          </a:xfrm>
        </p:spPr>
        <p:txBody>
          <a:bodyPr/>
          <a:lstStyle/>
          <a:p>
            <a:fld id="{8B8EDBE7-C3AC-430B-8587-7F2E5726E52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CCB5D3-F8A8-B378-C9B4-F29E362A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28232"/>
            <a:ext cx="4096512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639C5-351B-0FC9-E095-59AEDE47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592" y="6428232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C7208-6A52-7A25-6DD4-1FD46986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3496" y="6428232"/>
            <a:ext cx="3136392" cy="365760"/>
          </a:xfrm>
        </p:spPr>
        <p:txBody>
          <a:bodyPr/>
          <a:lstStyle/>
          <a:p>
            <a:fld id="{351671B4-782F-4447-B688-3F2572BC7CBC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38BE8E-E715-EF15-B47B-2556DB43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28232"/>
            <a:ext cx="4096512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A76D9-9C8C-6ADE-22D5-391B00D0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592" y="6428232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130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065F-039D-47CE-A441-ACC369394919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0810853-0A5D-8160-9DA1-63FCF890E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66704" cy="722375"/>
          </a:xfrm>
        </p:spPr>
        <p:txBody>
          <a:bodyPr anchor="t">
            <a:normAutofit/>
          </a:bodyPr>
          <a:lstStyle>
            <a:lvl1pPr algn="l">
              <a:defRPr sz="32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020824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020824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503810-521B-4F6A-82F3-8A18F775730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27A4A75-9DCC-64BE-C73B-DDE95F1E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3EC4C90-6BC4-5324-A9CC-84F1C52A76E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7E4CE7-DDE9-B121-006C-B1EA3E45778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020824"/>
            <a:ext cx="4160520" cy="2825496"/>
          </a:xfrm>
        </p:spPr>
        <p:txBody>
          <a:bodyPr anchor="ctr">
            <a:normAutofit/>
          </a:bodyPr>
          <a:lstStyle>
            <a:lvl1pPr algn="r"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020824"/>
            <a:ext cx="3959352" cy="26974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D27F6DE-0F73-4A00-B281-72521CF83CCF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0356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FA512FF-0A37-4AC0-A33C-28A4AE10005D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70432"/>
            <a:ext cx="4251960" cy="32278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6712" y="1170432"/>
            <a:ext cx="5687568" cy="47091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5A675E8-8398-4EC3-B1DB-2C04007992A6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 – alternate Medium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9801E1B-EFD3-4163-8A33-67DA8A464112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400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0955A0-7C44-4DF3-B90F-B92A347DEB39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 – alternate Large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ED2AC62-5EFE-4C62-A6FD-2F23820B895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675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05F4066-9F01-B79C-2223-238EF4D5A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3C8600-7288-5643-6828-817DB1C8A60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1145E3-88BC-F91E-B01F-5375FC4A04D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274320"/>
            <a:ext cx="10872216" cy="987552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– alternate Large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5E6F8B3-4A05-4179-A0FD-A4EA97011587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2528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 userDrawn="1"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 userDrawn="1"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 – alternate Large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B3E219-58D5-409F-9DFA-AB05004BBFB2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767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61D5048-49AF-4650-835F-433CD436405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736392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 userDrawn="1"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 userDrawn="1"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 userDrawn="1"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 – alternate XL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78F8C6-9D95-44E4-AE46-A42E63A9B25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7304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6" y="0"/>
            <a:ext cx="4837176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5BD047E1-4E32-4ED1-A1F2-DE594031C39B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596188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801368"/>
            <a:ext cx="5961888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B5F7A84-F69C-14C3-58A7-A5418DFBA0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33031" y="0"/>
            <a:ext cx="4841934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696C65-8B92-C00D-616E-75F9B87D2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74966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5CF959-7C50-4F74-C2B9-EDB889ABB1C3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6E15898-F812-0865-E8EA-0C382138D30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3AD65-12AC-C9F9-BC16-630074C6E9F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1453896" cy="365760"/>
          </a:xfrm>
        </p:spPr>
        <p:txBody>
          <a:bodyPr/>
          <a:lstStyle/>
          <a:p>
            <a:fld id="{576BD1F6-F705-449A-8396-174F32136DF6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CFFCB-747B-18CE-B1CA-86800F14D41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12B252-0E5E-01F3-B740-90B3CFA9AD5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08076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7" y="0"/>
            <a:ext cx="3968496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7077AA60-B118-4889-AC4B-277A8B02D27B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29142" y="0"/>
            <a:ext cx="3939493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DB8F12BC-FCDD-4026-B597-144C5072AB2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040" y="502918"/>
            <a:ext cx="4389120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8040" y="2084832"/>
            <a:ext cx="4389120" cy="41732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266D3CD-E64E-AB28-1EEC-F7CA30D261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6" y="1"/>
            <a:ext cx="6409944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72DDF2-1DCF-ED6E-B46F-C5481B11F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952B8BF-260C-7869-ECC9-65A4737A29D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7A490F-C5BE-4D6A-6333-24501D912E0A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FA3A1-170C-9EB0-EF98-9A00E9351AE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45580" y="6318504"/>
            <a:ext cx="1021580" cy="365760"/>
          </a:xfrm>
        </p:spPr>
        <p:txBody>
          <a:bodyPr/>
          <a:lstStyle/>
          <a:p>
            <a:fld id="{4BE214C9-FA61-4E65-BF1A-91864A45277C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8F0C5-C653-A666-2C8B-EF516904B8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178040" y="6318504"/>
            <a:ext cx="336754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843455-3BFC-C480-EE14-CFA983FD8D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60263" y="0"/>
            <a:ext cx="6408375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0E1982AC-E354-455B-B3B8-8AE6A3392FBA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3345" y="502920"/>
            <a:ext cx="4623815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49EC769-D182-1983-9C57-352B35F4B5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5" y="0"/>
            <a:ext cx="6172200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40297" y="1472184"/>
            <a:ext cx="4626863" cy="47862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CE12A3-3124-BD77-3CA4-2BA094D5B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512E58-77BD-B01E-2B37-D3C196087B94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EE4717-99E1-2AB6-E8AD-FAF1794B85E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225F5-3F39-BCEB-2C78-7154153A5A3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395678" y="6318504"/>
            <a:ext cx="1171481" cy="365760"/>
          </a:xfrm>
        </p:spPr>
        <p:txBody>
          <a:bodyPr/>
          <a:lstStyle/>
          <a:p>
            <a:fld id="{810200EB-FCA0-402A-B7B1-33E21AD5901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BA543-16A6-BD13-2E0E-D91F3215C0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40297" y="6318504"/>
            <a:ext cx="345538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42E6085-40BD-B034-DCA8-184879ABE0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350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44556" y="0"/>
            <a:ext cx="6224082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EB985D21-B2A4-4F38-8ED6-BA694362EEC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5861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6" y="-1"/>
            <a:ext cx="7397496" cy="6857999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8BC5615-7E1A-435D-9122-C7D7676966CB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72711" y="0"/>
            <a:ext cx="7395927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965DD02-F7E1-4EF0-B1B3-B510364553F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05656" y="722376"/>
            <a:ext cx="3417212" cy="544068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2D1000B-DD91-46C7-8C5B-72A476E645B7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471650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6" y="0"/>
            <a:ext cx="7397496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FCFE13F4-FC18-4490-99DB-C482A2C5E64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941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15929"/>
            <a:ext cx="12192000" cy="4506283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780D-0AD2-4AF5-BB2C-10475DA517D3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1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496444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700807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9C35D84-2038-43B8-87E1-39B174B42ED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2953618" cy="201168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0248" y="502920"/>
            <a:ext cx="7296912" cy="228600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E959C07-1179-7036-2FC4-CF6EC66C9F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172968"/>
            <a:ext cx="12192000" cy="3685032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655A3-ED64-0178-B367-0F46DD9A69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430768" y="2788920"/>
            <a:ext cx="3136392" cy="365760"/>
          </a:xfrm>
        </p:spPr>
        <p:txBody>
          <a:bodyPr/>
          <a:lstStyle/>
          <a:p>
            <a:fld id="{12A145EB-BC83-4D9F-99CE-1AFD1B145031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1A9B6-300C-45F6-9919-5519020002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2788920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D10F7-2EB6-A853-1981-9DAA6DF7FCE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864" y="2788920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8" y="1801367"/>
            <a:ext cx="5243709" cy="4489704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37960" y="1801367"/>
            <a:ext cx="502920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152DAEF-BA02-40D7-96C4-22CF81808603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8" y="2293938"/>
            <a:ext cx="4669536" cy="4024566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C5C0C1B-4F26-49DF-B317-F70F5A4AA37F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944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Content Photo 16.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8" y="2293938"/>
            <a:ext cx="3645980" cy="4024565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7B5705-417F-4994-A4DE-84AF5BBCD649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068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5A7C06-2D6E-7095-8C8D-8ED3F95CE0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DE50F9B-5D48-EA9A-24F5-7337B3C771DE}"/>
              </a:ext>
            </a:extLst>
          </p:cNvPr>
          <p:cNvGrpSpPr/>
          <p:nvPr userDrawn="1"/>
        </p:nvGrpSpPr>
        <p:grpSpPr>
          <a:xfrm>
            <a:off x="-22275" y="-6922"/>
            <a:ext cx="12214275" cy="6888025"/>
            <a:chOff x="-22275" y="-6922"/>
            <a:chExt cx="12214275" cy="688802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7FE29A-8CCB-52F3-F8A7-3FD20F625F9C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DC6E483-3AE3-37FF-B5E7-2040AC685FD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1823A5-1321-85C2-A7F8-A83D39ED013F}"/>
                </a:ext>
              </a:extLst>
            </p:cNvPr>
            <p:cNvSpPr/>
            <p:nvPr/>
          </p:nvSpPr>
          <p:spPr>
            <a:xfrm flipH="1">
              <a:off x="-9524" y="-6922"/>
              <a:ext cx="3836566" cy="6888025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D03B5C2-7838-0462-0E76-57838EC83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304" y="977770"/>
            <a:ext cx="11137392" cy="4114800"/>
          </a:xfrm>
        </p:spPr>
        <p:txBody>
          <a:bodyPr>
            <a:normAutofit/>
          </a:bodyPr>
          <a:lstStyle>
            <a:lvl1pPr algn="ctr">
              <a:defRPr sz="27800" b="1"/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9562" y="4924130"/>
            <a:ext cx="9912876" cy="1545336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228600" indent="0" algn="ctr">
              <a:buNone/>
              <a:defRPr sz="24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1800"/>
            </a:lvl4pPr>
            <a:lvl5pPr marL="9144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4716D1-3506-ECF7-D8AF-2844E09CF6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DD8751-3715-4661-9D6B-A4A34F6E67A3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A6B13-B641-2F2B-F9C1-400A4BFC84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0FA4FD-05D7-E445-800B-43A7FE44B3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83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052" y="581104"/>
            <a:ext cx="11155680" cy="4334256"/>
          </a:xfrm>
        </p:spPr>
        <p:txBody>
          <a:bodyPr>
            <a:normAutofit/>
          </a:bodyPr>
          <a:lstStyle>
            <a:lvl1pPr algn="l">
              <a:defRPr sz="27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4718304"/>
            <a:ext cx="6281928" cy="135331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03007-CB96-38C0-FA78-CDF806B8404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D1BEC6-30D1-486C-86EF-0985FD7A0A5D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FA283-8B69-8448-DC7D-6DE3F0476B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AC523-8535-BC3B-EFC6-1044D3F7EB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43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260" y="182880"/>
            <a:ext cx="11247120" cy="4977455"/>
          </a:xfrm>
        </p:spPr>
        <p:txBody>
          <a:bodyPr anchor="t">
            <a:noAutofit/>
          </a:bodyPr>
          <a:lstStyle>
            <a:lvl1pPr algn="l">
              <a:defRPr sz="325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4983480"/>
            <a:ext cx="6281928" cy="1353312"/>
          </a:xfrm>
        </p:spPr>
        <p:txBody>
          <a:bodyPr anchor="b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1A22BB-54D5-4FC8-B555-F8BC3BC81403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01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 userDrawn="1"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548640"/>
            <a:ext cx="7935607" cy="478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600" b="1"/>
            </a:lvl1pPr>
            <a:lvl2pPr marL="228600" indent="0">
              <a:lnSpc>
                <a:spcPct val="100000"/>
              </a:lnSpc>
              <a:buNone/>
              <a:defRPr sz="5600" b="1"/>
            </a:lvl2pPr>
            <a:lvl3pPr marL="457200" indent="0">
              <a:lnSpc>
                <a:spcPct val="100000"/>
              </a:lnSpc>
              <a:buNone/>
              <a:defRPr sz="5600" b="1"/>
            </a:lvl3pPr>
            <a:lvl4pPr marL="685800" indent="0">
              <a:lnSpc>
                <a:spcPct val="100000"/>
              </a:lnSpc>
              <a:buNone/>
              <a:defRPr sz="5600" b="1"/>
            </a:lvl4pPr>
            <a:lvl5pPr marL="914400" indent="0">
              <a:lnSpc>
                <a:spcPct val="100000"/>
              </a:lnSpc>
              <a:buNone/>
              <a:defRPr sz="5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-10332" y="6388874"/>
            <a:ext cx="12199284" cy="477513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719157" y="0"/>
            <a:ext cx="472843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1CDE9-5530-27AD-F371-845225CBAE0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430768" y="6386132"/>
            <a:ext cx="313639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E237E5-2C05-430C-94A2-61DB8B3EAA7B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BD0FB-DF25-A357-E7A1-DE73856D8C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86132"/>
            <a:ext cx="40965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A7A1A-40D3-94ED-3398-E5F9BADBC5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84864" y="6386132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144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6999E5-D287-420B-976A-C27FA1ACB8DB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34636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8012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823376"/>
            <a:ext cx="9198864" cy="2875175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3934-FF5E-40BD-A7EF-BE94B0ACBBC1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202865"/>
            <a:ext cx="9198864" cy="559982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buNone/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buNone/>
              <a:defRPr sz="20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buNone/>
              <a:defRPr sz="1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buNone/>
              <a:defRPr sz="16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Quote Author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98051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771DE8-E061-3895-510A-61CBC2443569}"/>
              </a:ext>
            </a:extLst>
          </p:cNvPr>
          <p:cNvGrpSpPr/>
          <p:nvPr userDrawn="1"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2E260E-763F-A06B-2808-39975829F205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82642F-D94D-7313-EB9D-48E3CBEDD19C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F07BFD-B9D2-EC0A-E652-91B14A953CD7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4CA2AB-CF12-B4C5-473B-8012BA7C6F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FE3343-9C91-4096-99FF-ECBDF38E6A8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  <a:lvl2pPr marL="228600" indent="0">
              <a:buNone/>
              <a:defRPr lang="en-US" b="1" dirty="0"/>
            </a:lvl2pPr>
            <a:lvl3pPr marL="457200" indent="0">
              <a:buNone/>
              <a:defRPr lang="en-US" b="1" dirty="0"/>
            </a:lvl3pPr>
            <a:lvl4pPr marL="685800" indent="0">
              <a:buNone/>
              <a:defRPr lang="en-US" b="1" dirty="0"/>
            </a:lvl4pPr>
            <a:lvl5pPr marL="914400" indent="0">
              <a:buNone/>
              <a:defRPr lang="en-US" b="1" dirty="0"/>
            </a:lvl5pPr>
          </a:lstStyle>
          <a:p>
            <a:pPr lvl="0"/>
            <a:r>
              <a:rPr lang="en-US" dirty="0"/>
              <a:t>Quote Author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859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-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DE4581-CCFE-13FF-B53C-592638067FCF}"/>
              </a:ext>
            </a:extLst>
          </p:cNvPr>
          <p:cNvGrpSpPr/>
          <p:nvPr userDrawn="1"/>
        </p:nvGrpSpPr>
        <p:grpSpPr>
          <a:xfrm>
            <a:off x="-22275" y="-6922"/>
            <a:ext cx="12214275" cy="6888025"/>
            <a:chOff x="-22275" y="-6922"/>
            <a:chExt cx="12214275" cy="688802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60AF8B-1447-F11B-317A-2B62BF427200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607FDD-F605-68F1-7AA0-8C46B55839F8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7C2197-4AA5-2448-A5C9-5616910115AD}"/>
                </a:ext>
              </a:extLst>
            </p:cNvPr>
            <p:cNvSpPr/>
            <p:nvPr/>
          </p:nvSpPr>
          <p:spPr>
            <a:xfrm flipH="1">
              <a:off x="-9524" y="-6922"/>
              <a:ext cx="3836566" cy="6888025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761D807-E465-A2B1-482D-442EF66B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6778F49-4B68-120E-A1F3-0E4E0A1907FA}"/>
              </a:ext>
            </a:extLst>
          </p:cNvPr>
          <p:cNvSpPr/>
          <p:nvPr userDrawn="1"/>
        </p:nvSpPr>
        <p:spPr>
          <a:xfrm>
            <a:off x="803940" y="778051"/>
            <a:ext cx="10577340" cy="53083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1pPr>
            <a:lvl2pPr marL="22860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2pPr>
            <a:lvl3pPr marL="45720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3pPr>
            <a:lvl4pPr marL="68580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4pPr>
            <a:lvl5pPr marL="91440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Quote Author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09B1C-CE9D-4940-AB37-92194140AE23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588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438912"/>
            <a:ext cx="9619488" cy="452628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A7374B-034F-DC15-AAE6-F4EEF684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C328D3-B18B-24BD-03FA-227757B1BD0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D7C039-2BFE-AA4E-98FF-0FB05C26829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7DC2A72-E563-CD29-C82F-E6F44278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A0D5-708A-43AB-A631-CC05967A9D6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39EBEAB-D6C7-76FD-D09E-300CFDFF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EFD7D0D-5253-7FBF-942F-E305F490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7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EE128E1-0CDA-47A1-D35D-9C25479EF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9BAD8-E856-5A54-5FB5-85E6CAC4E304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3FCF455-BD54-50B4-8076-41DC7D47954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753856-64E9-57B8-BA9A-9192CD4E9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1"/>
            <a:ext cx="12188952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BB5D38-3664-8477-8F8A-91B17B1EE50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4A8525-6EB9-D4F1-AB1C-1F0B1952FC3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92984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78600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5FDC78-0A9E-49C8-8A38-9E53DCF02CCC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04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20825"/>
            <a:ext cx="5166360" cy="4297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015341"/>
            <a:ext cx="5166360" cy="43031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F6C83-0707-1E19-34F9-FDA8120FE3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CA9959E-7598-40EA-A31B-5530B141377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CDB76-28FD-D889-FD29-B75FE2B5FE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D04B2-E95F-4EE6-17BF-F49CBC9673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 userDrawn="1"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5E196D-7162-46EF-9232-0FDF280FAB2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4522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682496"/>
            <a:ext cx="5166360" cy="82296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615609"/>
            <a:ext cx="5166360" cy="3702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615608"/>
            <a:ext cx="5166360" cy="3702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1682496"/>
            <a:ext cx="5166360" cy="82296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74F6644-90F3-4C1F-B26D-101843FBA04D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 userDrawn="1"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356AF25-AACD-457E-A9BE-05FA456CFEA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87641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6AF9-366E-42AA-B98F-986F29AA39A9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3869-340B-41DF-9C65-735FB09356D1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63309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542D-74EF-452C-A9C9-E0B5C96C7E4C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2B39-F9DE-4E2E-B0B1-92016F27481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3978" y="342016"/>
            <a:ext cx="6413182" cy="59764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1DDDC8-40D5-4DAD-BF29-757577A849D9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2AFD6D-B377-424B-9CD3-33053FB354ED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49025BC-4BFA-E0C2-FF97-41BAA095276F}"/>
              </a:ext>
            </a:extLst>
          </p:cNvPr>
          <p:cNvGrpSpPr/>
          <p:nvPr userDrawn="1"/>
        </p:nvGrpSpPr>
        <p:grpSpPr>
          <a:xfrm>
            <a:off x="-22275" y="-6922"/>
            <a:ext cx="12214275" cy="6888025"/>
            <a:chOff x="-22275" y="-6922"/>
            <a:chExt cx="12214275" cy="688802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EA83D6-9F10-BAFA-4A0E-2C7D635E16F5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725F78-FBE8-D2B2-5D49-CBD7134499FE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AFBDE7-0927-9426-0191-A5F53955EFFB}"/>
                </a:ext>
              </a:extLst>
            </p:cNvPr>
            <p:cNvSpPr/>
            <p:nvPr/>
          </p:nvSpPr>
          <p:spPr>
            <a:xfrm flipH="1">
              <a:off x="-9524" y="-6922"/>
              <a:ext cx="3836566" cy="6888025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39F2B59-0408-6542-E295-DDB107F0E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51ED59C-915C-FE0F-DB39-433B53F9766C}"/>
              </a:ext>
            </a:extLst>
          </p:cNvPr>
          <p:cNvSpPr/>
          <p:nvPr userDrawn="1"/>
        </p:nvSpPr>
        <p:spPr>
          <a:xfrm>
            <a:off x="-22275" y="2791691"/>
            <a:ext cx="12214275" cy="4082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575304"/>
            <a:ext cx="10890374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B464BDC-3DB9-496B-9DFB-E48CB1D37871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438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DD8D24-88B3-D4D5-4D33-225698C54E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D35055-6D74-A348-4718-905599970CC5}"/>
              </a:ext>
            </a:extLst>
          </p:cNvPr>
          <p:cNvGrpSpPr/>
          <p:nvPr userDrawn="1"/>
        </p:nvGrpSpPr>
        <p:grpSpPr>
          <a:xfrm>
            <a:off x="-22275" y="-6922"/>
            <a:ext cx="12214275" cy="6888025"/>
            <a:chOff x="-22275" y="-6922"/>
            <a:chExt cx="12214275" cy="68880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C4D1BF-2265-9B4D-FEAA-1FD4A17B249F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D69BAF-14B6-1A1F-BBF0-F95A0950A281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664D15-0667-8496-3D7B-C849F4439E7C}"/>
                </a:ext>
              </a:extLst>
            </p:cNvPr>
            <p:cNvSpPr/>
            <p:nvPr/>
          </p:nvSpPr>
          <p:spPr>
            <a:xfrm flipH="1">
              <a:off x="-9524" y="-6922"/>
              <a:ext cx="3836566" cy="6888025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3DC6ADF-036F-62C6-3833-2B70F669F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56EAF4F-BB04-837F-1279-216965ED79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28A920-EAE5-43D0-A025-2D3173FC8677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F7E0F60-3E19-4B79-DA8B-83F675116A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4173F19-7D89-B9D2-9328-AA60462B18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2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9FB9CE5-82CB-4BBC-9F10-5FF8E4795D9F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 2">
    <p:bg>
      <p:bgPr>
        <a:gradFill flip="none" rotWithShape="1">
          <a:gsLst>
            <a:gs pos="0">
              <a:schemeClr val="accent5"/>
            </a:gs>
            <a:gs pos="100000">
              <a:schemeClr val="accent2"/>
            </a:gs>
          </a:gsLst>
          <a:lin ang="14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FBC045-0373-ACEC-D701-C29531DB3B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8000">
                <a:schemeClr val="accent5"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661E70-41DE-F244-2F5E-1D22BCE828CF}"/>
              </a:ext>
            </a:extLst>
          </p:cNvPr>
          <p:cNvSpPr/>
          <p:nvPr/>
        </p:nvSpPr>
        <p:spPr>
          <a:xfrm>
            <a:off x="7693892" y="0"/>
            <a:ext cx="4498108" cy="68580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8000">
                <a:schemeClr val="accent5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8C905-89DD-DA9A-6CC9-8B2F0FD5CF6F}"/>
              </a:ext>
            </a:extLst>
          </p:cNvPr>
          <p:cNvSpPr/>
          <p:nvPr/>
        </p:nvSpPr>
        <p:spPr>
          <a:xfrm>
            <a:off x="0" y="0"/>
            <a:ext cx="5057929" cy="6017255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52000"/>
                </a:schemeClr>
              </a:gs>
              <a:gs pos="32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/>
          <a:p>
            <a:fld id="{CD86A983-584A-47C0-8D55-107F27E09F8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40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318504"/>
            <a:ext cx="3337584" cy="365125"/>
          </a:xfrm>
        </p:spPr>
        <p:txBody>
          <a:bodyPr/>
          <a:lstStyle/>
          <a:p>
            <a:fld id="{08352BE3-0FCF-4C63-8E35-7BD4F57072C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84864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50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6B35BF3F-16B5-4455-9940-525560AFDC6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677" r:id="rId2"/>
    <p:sldLayoutId id="2147483782" r:id="rId3"/>
    <p:sldLayoutId id="2147483783" r:id="rId4"/>
    <p:sldLayoutId id="2147483784" r:id="rId5"/>
    <p:sldLayoutId id="2147483785" r:id="rId6"/>
    <p:sldLayoutId id="2147483712" r:id="rId7"/>
    <p:sldLayoutId id="2147483792" r:id="rId8"/>
    <p:sldLayoutId id="2147483791" r:id="rId9"/>
    <p:sldLayoutId id="2147483793" r:id="rId10"/>
    <p:sldLayoutId id="2147483794" r:id="rId11"/>
    <p:sldLayoutId id="2147483795" r:id="rId12"/>
    <p:sldLayoutId id="2147483796" r:id="rId13"/>
    <p:sldLayoutId id="2147483817" r:id="rId14"/>
    <p:sldLayoutId id="2147483797" r:id="rId15"/>
    <p:sldLayoutId id="2147483818" r:id="rId16"/>
    <p:sldLayoutId id="2147483798" r:id="rId17"/>
    <p:sldLayoutId id="2147483799" r:id="rId18"/>
    <p:sldLayoutId id="2147483729" r:id="rId19"/>
    <p:sldLayoutId id="2147483786" r:id="rId20"/>
    <p:sldLayoutId id="2147483787" r:id="rId21"/>
    <p:sldLayoutId id="2147483716" r:id="rId22"/>
    <p:sldLayoutId id="2147483788" r:id="rId23"/>
    <p:sldLayoutId id="2147483789" r:id="rId24"/>
    <p:sldLayoutId id="2147483790" r:id="rId25"/>
    <p:sldLayoutId id="2147483713" r:id="rId26"/>
    <p:sldLayoutId id="2147483732" r:id="rId27"/>
    <p:sldLayoutId id="2147483662" r:id="rId28"/>
    <p:sldLayoutId id="2147483679" r:id="rId29"/>
    <p:sldLayoutId id="2147483800" r:id="rId30"/>
    <p:sldLayoutId id="2147483680" r:id="rId31"/>
    <p:sldLayoutId id="2147483681" r:id="rId32"/>
    <p:sldLayoutId id="2147483801" r:id="rId33"/>
    <p:sldLayoutId id="2147483778" r:id="rId34"/>
    <p:sldLayoutId id="2147483803" r:id="rId35"/>
    <p:sldLayoutId id="2147483819" r:id="rId36"/>
    <p:sldLayoutId id="2147483804" r:id="rId37"/>
    <p:sldLayoutId id="2147483777" r:id="rId38"/>
    <p:sldLayoutId id="2147483805" r:id="rId39"/>
    <p:sldLayoutId id="2147483689" r:id="rId40"/>
    <p:sldLayoutId id="2147483690" r:id="rId41"/>
    <p:sldLayoutId id="2147483707" r:id="rId42"/>
    <p:sldLayoutId id="2147483708" r:id="rId43"/>
    <p:sldLayoutId id="2147483692" r:id="rId44"/>
    <p:sldLayoutId id="2147483691" r:id="rId45"/>
    <p:sldLayoutId id="2147483743" r:id="rId46"/>
    <p:sldLayoutId id="2147483744" r:id="rId47"/>
    <p:sldLayoutId id="2147483694" r:id="rId48"/>
    <p:sldLayoutId id="2147483770" r:id="rId49"/>
    <p:sldLayoutId id="2147483821" r:id="rId50"/>
    <p:sldLayoutId id="2147483769" r:id="rId51"/>
    <p:sldLayoutId id="2147483771" r:id="rId52"/>
    <p:sldLayoutId id="2147483693" r:id="rId53"/>
    <p:sldLayoutId id="2147483711" r:id="rId54"/>
    <p:sldLayoutId id="2147483672" r:id="rId55"/>
    <p:sldLayoutId id="2147483809" r:id="rId56"/>
    <p:sldLayoutId id="2147483810" r:id="rId57"/>
    <p:sldLayoutId id="2147483740" r:id="rId58"/>
    <p:sldLayoutId id="2147483779" r:id="rId59"/>
    <p:sldLayoutId id="2147483811" r:id="rId60"/>
    <p:sldLayoutId id="2147483823" r:id="rId61"/>
    <p:sldLayoutId id="2147483816" r:id="rId62"/>
    <p:sldLayoutId id="2147483757" r:id="rId63"/>
    <p:sldLayoutId id="2147483762" r:id="rId64"/>
    <p:sldLayoutId id="2147483820" r:id="rId65"/>
    <p:sldLayoutId id="2147483764" r:id="rId66"/>
    <p:sldLayoutId id="2147483767" r:id="rId67"/>
    <p:sldLayoutId id="2147483664" r:id="rId68"/>
    <p:sldLayoutId id="2147483812" r:id="rId69"/>
    <p:sldLayoutId id="2147483665" r:id="rId70"/>
    <p:sldLayoutId id="2147483814" r:id="rId71"/>
    <p:sldLayoutId id="2147483666" r:id="rId72"/>
    <p:sldLayoutId id="2147483815" r:id="rId73"/>
    <p:sldLayoutId id="2147483667" r:id="rId74"/>
    <p:sldLayoutId id="2147483668" r:id="rId75"/>
    <p:sldLayoutId id="2147483669" r:id="rId76"/>
    <p:sldLayoutId id="2147483685" r:id="rId77"/>
    <p:sldLayoutId id="2147483822" r:id="rId78"/>
    <p:sldLayoutId id="2147483807" r:id="rId79"/>
    <p:sldLayoutId id="2147483730" r:id="rId80"/>
    <p:sldLayoutId id="2147483806" r:id="rId81"/>
    <p:sldLayoutId id="2147483825" r:id="rId8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9B74B-D1AA-E93C-107F-DE891234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C194D-494A-C749-ADE8-22874E983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Arial Rounded MT Bold" panose="020F0704030504030204" pitchFamily="34" charset="0"/>
              </a:rPr>
              <a:t>ExpressJs</a:t>
            </a:r>
            <a:r>
              <a:rPr lang="en-US" b="1" dirty="0">
                <a:latin typeface="Arial Rounded MT Bold" panose="020F0704030504030204" pitchFamily="34" charset="0"/>
              </a:rPr>
              <a:t> Basics</a:t>
            </a:r>
          </a:p>
        </p:txBody>
      </p:sp>
      <p:pic>
        <p:nvPicPr>
          <p:cNvPr id="11" name="Picture Placeholder 5" descr="A body of water surrounded by trees">
            <a:extLst>
              <a:ext uri="{FF2B5EF4-FFF2-40B4-BE49-F238E27FC236}">
                <a16:creationId xmlns:a16="http://schemas.microsoft.com/office/drawing/2014/main" id="{9CDD6CE3-C741-6D3E-244C-3E9FABBBCA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80" r="2" b="7982"/>
          <a:stretch>
            <a:fillRect/>
          </a:stretch>
        </p:blipFill>
        <p:spPr>
          <a:xfrm>
            <a:off x="612648" y="713232"/>
            <a:ext cx="7141464" cy="54315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903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4632"/>
            <a:ext cx="10085832" cy="1161288"/>
          </a:xfrm>
        </p:spPr>
        <p:txBody>
          <a:bodyPr/>
          <a:lstStyle/>
          <a:p>
            <a:r>
              <a:rPr lang="en-US" b="1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32" y="2432304"/>
            <a:ext cx="6053328" cy="3858768"/>
          </a:xfrm>
        </p:spPr>
        <p:txBody>
          <a:bodyPr>
            <a:normAutofit/>
          </a:bodyPr>
          <a:lstStyle/>
          <a:p>
            <a:r>
              <a:rPr lang="en-US" dirty="0"/>
              <a:t>Introducing yourself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appeal</a:t>
            </a:r>
          </a:p>
          <a:p>
            <a:r>
              <a:rPr lang="en-US" dirty="0"/>
              <a:t>Effective delivery techniques</a:t>
            </a:r>
          </a:p>
          <a:p>
            <a:r>
              <a:rPr lang="en-US" dirty="0"/>
              <a:t>Q&amp;A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06D086-B5D3-2AE7-A4CA-49D201D2D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034778"/>
              </p:ext>
            </p:extLst>
          </p:nvPr>
        </p:nvGraphicFramePr>
        <p:xfrm>
          <a:off x="612648" y="1955930"/>
          <a:ext cx="10953750" cy="3858768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0953750">
                  <a:extLst>
                    <a:ext uri="{9D8B030D-6E8A-4147-A177-3AD203B41FA5}">
                      <a16:colId xmlns:a16="http://schemas.microsoft.com/office/drawing/2014/main" val="652148967"/>
                    </a:ext>
                  </a:extLst>
                </a:gridCol>
              </a:tblGrid>
              <a:tr h="42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a)   Introduction to REST APIs 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179855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b)   HTTP Methods 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319412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c)   Creating Express Server 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804373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d)   Middleware in Express 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911890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e)   CORS 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993402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f)    MongoDB Connection 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433588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g)   Mongoose Models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126658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h)   CRUD Operations 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434633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i)    Database Error 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709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DD1FDB0-7938-A111-77E3-EC1DFD5DB105}"/>
              </a:ext>
            </a:extLst>
          </p:cNvPr>
          <p:cNvSpPr txBox="1">
            <a:spLocks/>
          </p:cNvSpPr>
          <p:nvPr/>
        </p:nvSpPr>
        <p:spPr>
          <a:xfrm>
            <a:off x="599948" y="635000"/>
            <a:ext cx="10085832" cy="85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1. Introduction to REST APIs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F668C8-2FB8-2448-5220-B91D62F61BEA}"/>
              </a:ext>
            </a:extLst>
          </p:cNvPr>
          <p:cNvSpPr txBox="1"/>
          <p:nvPr/>
        </p:nvSpPr>
        <p:spPr>
          <a:xfrm>
            <a:off x="942848" y="1752600"/>
            <a:ext cx="9653652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REST stands for Representational State Transfer.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REST is an architectural style used to design web services.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Enables communication between frontend and backend applications.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Uses HTTP protocols for sending and receiving data.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Follows a client-server architecture.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Uses resources identified by URLs.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Commonly exchanges data in JSON format.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Supports stateless communication between client and server.</a:t>
            </a:r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8198F-D2FA-1348-F72D-F5F35927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EDFC3DE-65BB-F9FC-3BAD-04FF2F3E53D8}"/>
              </a:ext>
            </a:extLst>
          </p:cNvPr>
          <p:cNvSpPr txBox="1">
            <a:spLocks/>
          </p:cNvSpPr>
          <p:nvPr/>
        </p:nvSpPr>
        <p:spPr>
          <a:xfrm>
            <a:off x="599948" y="635000"/>
            <a:ext cx="10085832" cy="85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2. HTTP Methods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0E02E-A9BA-A039-272F-4048F6CDDAC2}"/>
              </a:ext>
            </a:extLst>
          </p:cNvPr>
          <p:cNvSpPr txBox="1"/>
          <p:nvPr/>
        </p:nvSpPr>
        <p:spPr>
          <a:xfrm>
            <a:off x="942848" y="1752600"/>
            <a:ext cx="9653652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HTTP methods define the type of operation performed on a resource.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Each method represents a specific action in API communication.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HTTP methods help organize API endpoints according to their operations.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HTTP status codes indicate the result of an API request.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D41F9C-D902-A253-D093-4E80D7924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732706"/>
              </p:ext>
            </p:extLst>
          </p:nvPr>
        </p:nvGraphicFramePr>
        <p:xfrm>
          <a:off x="942848" y="4284626"/>
          <a:ext cx="10085832" cy="219456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018839">
                  <a:extLst>
                    <a:ext uri="{9D8B030D-6E8A-4147-A177-3AD203B41FA5}">
                      <a16:colId xmlns:a16="http://schemas.microsoft.com/office/drawing/2014/main" val="344047030"/>
                    </a:ext>
                  </a:extLst>
                </a:gridCol>
                <a:gridCol w="8066993">
                  <a:extLst>
                    <a:ext uri="{9D8B030D-6E8A-4147-A177-3AD203B41FA5}">
                      <a16:colId xmlns:a16="http://schemas.microsoft.com/office/drawing/2014/main" val="4084237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8008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Retrieve data from the server.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9728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a new resource.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84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Completely replace an existing resource.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8328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Partially update an existing resource.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8378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Remove an existing resource.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873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5479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621F-5644-0AAE-9BD6-8201E216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90F4769-4DC9-0DB9-8B2F-89E8996D5353}"/>
              </a:ext>
            </a:extLst>
          </p:cNvPr>
          <p:cNvSpPr txBox="1">
            <a:spLocks/>
          </p:cNvSpPr>
          <p:nvPr/>
        </p:nvSpPr>
        <p:spPr>
          <a:xfrm>
            <a:off x="599948" y="635000"/>
            <a:ext cx="10085832" cy="85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3. Creating an Express Server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D27FD1-510B-513E-F022-CD24F5EA4050}"/>
              </a:ext>
            </a:extLst>
          </p:cNvPr>
          <p:cNvSpPr txBox="1"/>
          <p:nvPr/>
        </p:nvSpPr>
        <p:spPr>
          <a:xfrm>
            <a:off x="942848" y="1752600"/>
            <a:ext cx="5377411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Express.js is a lightweight and flexible web framework for Node.js.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Simplifies server creation and HTTP request handling.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Provides routing mechanisms to define API endpoints.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Supports middleware for processing requests.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Allows sending responses in JSON and other formats.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Uses </a:t>
            </a:r>
            <a:r>
              <a:rPr lang="en-IN" dirty="0" err="1"/>
              <a:t>app.listen</a:t>
            </a:r>
            <a:r>
              <a:rPr lang="en-IN" dirty="0"/>
              <a:t>() to start the server.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7BD682-2EEA-8C66-6F3D-5C3450D5A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0" y="1752600"/>
            <a:ext cx="5754486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5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9E62-17F1-B260-66FD-EE7A52CC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A61F1D4-9267-8477-A2D3-99A975E0DAE2}"/>
              </a:ext>
            </a:extLst>
          </p:cNvPr>
          <p:cNvSpPr txBox="1">
            <a:spLocks/>
          </p:cNvSpPr>
          <p:nvPr/>
        </p:nvSpPr>
        <p:spPr>
          <a:xfrm>
            <a:off x="599948" y="635000"/>
            <a:ext cx="10085832" cy="85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4. Middleware in Express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3BC4E9-C1F9-27A1-9C3F-329232BE85C2}"/>
              </a:ext>
            </a:extLst>
          </p:cNvPr>
          <p:cNvSpPr txBox="1"/>
          <p:nvPr/>
        </p:nvSpPr>
        <p:spPr>
          <a:xfrm>
            <a:off x="942848" y="1638300"/>
            <a:ext cx="9653652" cy="5315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Middleware functions execute during the request-response cycle.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They have access to the request object, response object, and next() function.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Used to process requests before they reach route handlers.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Can modify request and response objects.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Can terminate requests or pass control to the next middleware.</a:t>
            </a:r>
          </a:p>
          <a:p>
            <a:pPr lvl="0">
              <a:lnSpc>
                <a:spcPct val="150000"/>
              </a:lnSpc>
            </a:pPr>
            <a:endParaRPr lang="en-IN" sz="1050" dirty="0"/>
          </a:p>
          <a:p>
            <a:r>
              <a:rPr lang="en-IN" dirty="0"/>
              <a:t>Types of middleware: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Application-level middleware.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Router-level middleware.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Built-in middleware.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Third-party middleware.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Error-handling middleware.</a:t>
            </a:r>
          </a:p>
          <a:p>
            <a:pPr lvl="0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62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C8B6-6DE3-DB9E-3BF3-D5BD5328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4223DE6-282D-BE71-02B7-2E3BFFA8B672}"/>
              </a:ext>
            </a:extLst>
          </p:cNvPr>
          <p:cNvSpPr txBox="1">
            <a:spLocks/>
          </p:cNvSpPr>
          <p:nvPr/>
        </p:nvSpPr>
        <p:spPr>
          <a:xfrm>
            <a:off x="599948" y="635000"/>
            <a:ext cx="10614152" cy="85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5. CORS (Cross-Origin Resource Sharing)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93BC7E-C99E-6D65-A83E-2379AA9969D2}"/>
              </a:ext>
            </a:extLst>
          </p:cNvPr>
          <p:cNvSpPr txBox="1"/>
          <p:nvPr/>
        </p:nvSpPr>
        <p:spPr>
          <a:xfrm>
            <a:off x="942848" y="1752600"/>
            <a:ext cx="9653652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CORS is a browser mechanism that controls cross-origin HTTP requests.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Allows servers to specify which origins can access their resources.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Commonly required when frontend and backend applications run on different origins.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Uses HTTP response headers to define access permissions.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Some cross-origin requests trigger a preflight OPTIONS request.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CORS configuration can restrict access by origin, methods, and headers.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5A155E-1A8E-963B-0812-D124A8E19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48" y="4595157"/>
            <a:ext cx="505155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6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B535D-3225-C973-95F9-8144794C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87DEC4E-A4A6-CBA3-89FC-471BD15AC3BC}"/>
              </a:ext>
            </a:extLst>
          </p:cNvPr>
          <p:cNvSpPr txBox="1">
            <a:spLocks/>
          </p:cNvSpPr>
          <p:nvPr/>
        </p:nvSpPr>
        <p:spPr>
          <a:xfrm>
            <a:off x="599948" y="635000"/>
            <a:ext cx="10085832" cy="85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6. MongoDB Connection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8293BA-9AAB-E426-F590-239354498EFE}"/>
              </a:ext>
            </a:extLst>
          </p:cNvPr>
          <p:cNvSpPr txBox="1"/>
          <p:nvPr/>
        </p:nvSpPr>
        <p:spPr>
          <a:xfrm>
            <a:off x="942848" y="2132029"/>
            <a:ext cx="574968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MongoDB is a NoSQL document-oriented database.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Stores data in flexible BSON documents.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Organizes data into databases and collections.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Mongoose provides an ODM interface for MongoDB in Node.js.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0CB967-0987-1ACF-627C-C3616A091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128" y="2244971"/>
            <a:ext cx="5194672" cy="16480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11A7EF-5A93-A1D2-B0C5-1A0143E1E464}"/>
              </a:ext>
            </a:extLst>
          </p:cNvPr>
          <p:cNvSpPr txBox="1"/>
          <p:nvPr/>
        </p:nvSpPr>
        <p:spPr>
          <a:xfrm>
            <a:off x="942848" y="4261907"/>
            <a:ext cx="10085832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Mongoose provides an ODM interface for MongoDB in Node.js.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Database connections enable backend applications to perform data operations.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Connection strings define database connection details.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Environment variables are commonly used to store database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44975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0F1C-871D-68C1-1996-9DAF86146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D0B627E-426F-4D9F-6CB2-06AEFFADC777}"/>
              </a:ext>
            </a:extLst>
          </p:cNvPr>
          <p:cNvSpPr txBox="1">
            <a:spLocks/>
          </p:cNvSpPr>
          <p:nvPr/>
        </p:nvSpPr>
        <p:spPr>
          <a:xfrm>
            <a:off x="599948" y="635000"/>
            <a:ext cx="10085832" cy="85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7. Mongoose Models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5976EF-3E19-C9AD-769F-B770CAB5731B}"/>
              </a:ext>
            </a:extLst>
          </p:cNvPr>
          <p:cNvSpPr txBox="1"/>
          <p:nvPr/>
        </p:nvSpPr>
        <p:spPr>
          <a:xfrm>
            <a:off x="942848" y="1752600"/>
            <a:ext cx="9653652" cy="334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Mongoose is an Object Data </a:t>
            </a:r>
            <a:r>
              <a:rPr lang="en-IN" dirty="0" err="1"/>
              <a:t>Modeling</a:t>
            </a:r>
            <a:r>
              <a:rPr lang="en-IN" dirty="0"/>
              <a:t> library for MongoDB.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A schema defines the structure and validation rules of documents.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A model is created using a schema.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Models provide methods to interact with MongoDB collections.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Supports data validation, default values, timestamps, and custom methods.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Helps maintain consistency in application data.</a:t>
            </a:r>
          </a:p>
        </p:txBody>
      </p:sp>
    </p:spTree>
    <p:extLst>
      <p:ext uri="{BB962C8B-B14F-4D97-AF65-F5344CB8AC3E}">
        <p14:creationId xmlns:p14="http://schemas.microsoft.com/office/powerpoint/2010/main" val="30654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AD8E0-EAB6-7D19-B284-200189EB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20D611-2B7D-565C-8E35-2C6FA7BE6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376" y="477404"/>
            <a:ext cx="4362164" cy="590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6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C18C3-1EB3-8D77-FB77-A3AE99D8E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C0E4205-825F-91EB-F5EA-CE63B69DE14A}"/>
              </a:ext>
            </a:extLst>
          </p:cNvPr>
          <p:cNvSpPr txBox="1">
            <a:spLocks/>
          </p:cNvSpPr>
          <p:nvPr/>
        </p:nvSpPr>
        <p:spPr>
          <a:xfrm>
            <a:off x="599948" y="635000"/>
            <a:ext cx="10085832" cy="85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8. CRUD Operations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4EF3E4-28A9-3EE7-05B4-36728DF9986E}"/>
              </a:ext>
            </a:extLst>
          </p:cNvPr>
          <p:cNvSpPr txBox="1"/>
          <p:nvPr/>
        </p:nvSpPr>
        <p:spPr>
          <a:xfrm>
            <a:off x="942848" y="1621704"/>
            <a:ext cx="9653652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CRUD represents the four fundamental database operations.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Used to manage application resources.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Express routes receive client requests and execute corresponding Mongoose operations.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API responses communicate the result to the client.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0A2B31-7693-57FF-402B-E7595DADA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899330"/>
              </p:ext>
            </p:extLst>
          </p:nvPr>
        </p:nvGraphicFramePr>
        <p:xfrm>
          <a:off x="942848" y="4119419"/>
          <a:ext cx="8995930" cy="219456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422111">
                  <a:extLst>
                    <a:ext uri="{9D8B030D-6E8A-4147-A177-3AD203B41FA5}">
                      <a16:colId xmlns:a16="http://schemas.microsoft.com/office/drawing/2014/main" val="722065308"/>
                    </a:ext>
                  </a:extLst>
                </a:gridCol>
                <a:gridCol w="3241964">
                  <a:extLst>
                    <a:ext uri="{9D8B030D-6E8A-4147-A177-3AD203B41FA5}">
                      <a16:colId xmlns:a16="http://schemas.microsoft.com/office/drawing/2014/main" val="1759924038"/>
                    </a:ext>
                  </a:extLst>
                </a:gridCol>
                <a:gridCol w="4331855">
                  <a:extLst>
                    <a:ext uri="{9D8B030D-6E8A-4147-A177-3AD203B41FA5}">
                      <a16:colId xmlns:a16="http://schemas.microsoft.com/office/drawing/2014/main" val="2249192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Mongoose 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178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 a new 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Model.create()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938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Model.find()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80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Retrieve a single 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Model.findById()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50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Modify a 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Model.findByIdAndUpdate()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185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 a 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Model.findByIdAndDelete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36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152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3C35B-8F72-9861-2FCF-C30C370E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2C139-89A0-DEAD-836B-4A9D44154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447351"/>
            <a:ext cx="6091647" cy="596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49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8C38-6105-B3FA-1C0E-3B222060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F88610E-05A9-B2CA-E9AB-8A516555889E}"/>
              </a:ext>
            </a:extLst>
          </p:cNvPr>
          <p:cNvSpPr txBox="1">
            <a:spLocks/>
          </p:cNvSpPr>
          <p:nvPr/>
        </p:nvSpPr>
        <p:spPr>
          <a:xfrm>
            <a:off x="599948" y="635000"/>
            <a:ext cx="10085832" cy="85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9. Database Error Handling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34D2B5-C8A0-29EA-168F-10C058B048A5}"/>
              </a:ext>
            </a:extLst>
          </p:cNvPr>
          <p:cNvSpPr txBox="1"/>
          <p:nvPr/>
        </p:nvSpPr>
        <p:spPr>
          <a:xfrm>
            <a:off x="1032128" y="1937327"/>
            <a:ext cx="9653652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Error handling manages database failures and invalid operations.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Prevents unhandled errors from disrupting server execution.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Provides meaningful error responses to clients.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Helps identify and debug database-related issues.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Uses try...catch blocks and centralized error-handling middleware.</a:t>
            </a:r>
          </a:p>
        </p:txBody>
      </p:sp>
    </p:spTree>
    <p:extLst>
      <p:ext uri="{BB962C8B-B14F-4D97-AF65-F5344CB8AC3E}">
        <p14:creationId xmlns:p14="http://schemas.microsoft.com/office/powerpoint/2010/main" val="3550193762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VTI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_wac_SD_V6" id="{813CACB7-FFBF-451F-BE39-76C974DD84B4}" vid="{7DDF0AE8-F247-461D-B301-0BD9E5C3AC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A27C-3D1C-40CA-9CE3-1AB2C19762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6A6B9CF-0432-4CE6-BD55-5A3BDB5DEB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C0B1AC-2EBA-47AE-BC90-D4FB9EF0F2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chroma presentation</Template>
  <TotalTime>47</TotalTime>
  <Words>686</Words>
  <Application>Microsoft Office PowerPoint</Application>
  <PresentationFormat>Widescreen</PresentationFormat>
  <Paragraphs>115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Light</vt:lpstr>
      <vt:lpstr>Arial</vt:lpstr>
      <vt:lpstr>Arial Rounded MT Bold</vt:lpstr>
      <vt:lpstr>Wingdings</vt:lpstr>
      <vt:lpstr>ChromaVTI</vt:lpstr>
      <vt:lpstr>ExpressJs Basics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Shilavane</dc:creator>
  <cp:lastModifiedBy>Pranav Shilavane</cp:lastModifiedBy>
  <cp:revision>3</cp:revision>
  <dcterms:created xsi:type="dcterms:W3CDTF">2026-10-03T06:33:08Z</dcterms:created>
  <dcterms:modified xsi:type="dcterms:W3CDTF">2026-10-03T08:00:38Z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