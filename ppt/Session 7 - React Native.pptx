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1938" r:id="rId5"/>
    <p:sldId id="1942" r:id="rId6"/>
    <p:sldId id="1943" r:id="rId7"/>
    <p:sldId id="1935" r:id="rId8"/>
    <p:sldId id="1940" r:id="rId9"/>
    <p:sldId id="194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071"/>
    <a:srgbClr val="FF7676"/>
    <a:srgbClr val="6A1F60"/>
    <a:srgbClr val="CA4F67"/>
    <a:srgbClr val="0796D0"/>
    <a:srgbClr val="C60B68"/>
    <a:srgbClr val="F7D6D6"/>
    <a:srgbClr val="A69AC7"/>
    <a:srgbClr val="EACAD0"/>
    <a:srgbClr val="C50C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42" autoAdjust="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30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9D96772-9817-D32D-CFDB-4082AEA13D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86172B-8397-3A88-9BA7-9C3DBC65BB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A828F9-B03F-44CA-BF33-27494910E99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C08E2D-8C3D-B8DD-3F2A-AA9AE2C326E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C741F-C3B9-696C-07A4-6B6C6E1BE0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A5BC5F-DD29-48CA-B1A9-365C6504E9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28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5F59B-C668-4011-983E-F315D5C6132D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F99F9-2769-4C52-8EE2-7278119F0A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925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F99F9-2769-4C52-8EE2-7278119F0A1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931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99000">
              <a:srgbClr val="FDFFFE"/>
            </a:gs>
            <a:gs pos="66000">
              <a:srgbClr val="F3FFFF"/>
            </a:gs>
            <a:gs pos="37992">
              <a:srgbClr val="FFFFFF"/>
            </a:gs>
            <a:gs pos="5000">
              <a:srgbClr val="EAFCFE"/>
            </a:gs>
          </a:gsLst>
          <a:lin ang="17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1A03A7DE-E2C6-D3DE-2D3C-0E50AB453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2348" y="822701"/>
            <a:ext cx="5439251" cy="5439251"/>
          </a:xfrm>
          <a:prstGeom prst="ellips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9155AC3-4048-A012-522F-9975DD437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52413" y="1318559"/>
            <a:ext cx="389835" cy="389835"/>
          </a:xfrm>
          <a:prstGeom prst="ellipse">
            <a:avLst/>
          </a:prstGeom>
          <a:solidFill>
            <a:schemeClr val="accent5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66BC318-7E9C-A53F-C445-78301FFF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841" y="5012346"/>
            <a:ext cx="837678" cy="837678"/>
          </a:xfrm>
          <a:prstGeom prst="ellipse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2">
            <a:extLst>
              <a:ext uri="{FF2B5EF4-FFF2-40B4-BE49-F238E27FC236}">
                <a16:creationId xmlns:a16="http://schemas.microsoft.com/office/drawing/2014/main" id="{EC2B4886-6DF6-0A57-7118-513A7AAA4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53347" y="0"/>
            <a:ext cx="1499066" cy="1061910"/>
          </a:xfrm>
          <a:custGeom>
            <a:avLst/>
            <a:gdLst>
              <a:gd name="connsiteX0" fmla="*/ 70097 w 1499066"/>
              <a:gd name="connsiteY0" fmla="*/ 0 h 1061910"/>
              <a:gd name="connsiteX1" fmla="*/ 1428969 w 1499066"/>
              <a:gd name="connsiteY1" fmla="*/ 0 h 1061910"/>
              <a:gd name="connsiteX2" fmla="*/ 1440164 w 1499066"/>
              <a:gd name="connsiteY2" fmla="*/ 20625 h 1061910"/>
              <a:gd name="connsiteX3" fmla="*/ 1499066 w 1499066"/>
              <a:gd name="connsiteY3" fmla="*/ 312377 h 1061910"/>
              <a:gd name="connsiteX4" fmla="*/ 749533 w 1499066"/>
              <a:gd name="connsiteY4" fmla="*/ 1061910 h 1061910"/>
              <a:gd name="connsiteX5" fmla="*/ 0 w 1499066"/>
              <a:gd name="connsiteY5" fmla="*/ 312377 h 1061910"/>
              <a:gd name="connsiteX6" fmla="*/ 58902 w 1499066"/>
              <a:gd name="connsiteY6" fmla="*/ 20625 h 1061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9066" h="1061910">
                <a:moveTo>
                  <a:pt x="70097" y="0"/>
                </a:moveTo>
                <a:lnTo>
                  <a:pt x="1428969" y="0"/>
                </a:lnTo>
                <a:lnTo>
                  <a:pt x="1440164" y="20625"/>
                </a:lnTo>
                <a:cubicBezTo>
                  <a:pt x="1478092" y="110298"/>
                  <a:pt x="1499066" y="208888"/>
                  <a:pt x="1499066" y="312377"/>
                </a:cubicBezTo>
                <a:cubicBezTo>
                  <a:pt x="1499066" y="726333"/>
                  <a:pt x="1163489" y="1061910"/>
                  <a:pt x="749533" y="1061910"/>
                </a:cubicBezTo>
                <a:cubicBezTo>
                  <a:pt x="335577" y="1061910"/>
                  <a:pt x="0" y="726333"/>
                  <a:pt x="0" y="312377"/>
                </a:cubicBezTo>
                <a:cubicBezTo>
                  <a:pt x="0" y="208888"/>
                  <a:pt x="20974" y="110298"/>
                  <a:pt x="58902" y="20625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BF993BB-6145-4D1C-B438-D1350312F1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0216" y="2130552"/>
            <a:ext cx="4590288" cy="1764792"/>
          </a:xfrm>
        </p:spPr>
        <p:txBody>
          <a:bodyPr anchor="t">
            <a:noAutofit/>
          </a:bodyPr>
          <a:lstStyle>
            <a:lvl1pPr>
              <a:defRPr sz="54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64030515-78CF-D472-B3D6-9EE48BCA26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98598" y="3895344"/>
            <a:ext cx="4591906" cy="102412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0EBEF97-3620-43B4-9D9A-099216F753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05840" y="1316736"/>
            <a:ext cx="4325112" cy="4325112"/>
          </a:xfrm>
          <a:noFill/>
        </p:spPr>
        <p:txBody>
          <a:bodyPr anchor="t">
            <a:noAutofit/>
          </a:bodyPr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62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with caption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Media Placeholder 15">
            <a:extLst>
              <a:ext uri="{FF2B5EF4-FFF2-40B4-BE49-F238E27FC236}">
                <a16:creationId xmlns:a16="http://schemas.microsoft.com/office/drawing/2014/main" id="{0D165AF2-A462-FCF3-81AE-ADB955740CCB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40080" y="1847088"/>
            <a:ext cx="7424928" cy="3776472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en-US" dirty="0"/>
          </a:p>
        </p:txBody>
      </p:sp>
      <p:sp>
        <p:nvSpPr>
          <p:cNvPr id="5" name="Freeform 2">
            <a:extLst>
              <a:ext uri="{FF2B5EF4-FFF2-40B4-BE49-F238E27FC236}">
                <a16:creationId xmlns:a16="http://schemas.microsoft.com/office/drawing/2014/main" id="{5CA8910C-D8ED-5254-9603-C499A3F697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483077" y="1921304"/>
            <a:ext cx="5708922" cy="4941678"/>
          </a:xfrm>
          <a:custGeom>
            <a:avLst/>
            <a:gdLst>
              <a:gd name="connsiteX0" fmla="*/ 2681883 w 4953666"/>
              <a:gd name="connsiteY0" fmla="*/ 4293658 h 4294315"/>
              <a:gd name="connsiteX1" fmla="*/ 2962801 w 4953666"/>
              <a:gd name="connsiteY1" fmla="*/ 4285537 h 4294315"/>
              <a:gd name="connsiteX2" fmla="*/ 4834127 w 4953666"/>
              <a:gd name="connsiteY2" fmla="*/ 3330444 h 4294315"/>
              <a:gd name="connsiteX3" fmla="*/ 4953666 w 4953666"/>
              <a:gd name="connsiteY3" fmla="*/ 3175947 h 4294315"/>
              <a:gd name="connsiteX4" fmla="*/ 4953666 w 4953666"/>
              <a:gd name="connsiteY4" fmla="*/ 0 h 4294315"/>
              <a:gd name="connsiteX5" fmla="*/ 481203 w 4953666"/>
              <a:gd name="connsiteY5" fmla="*/ 0 h 4294315"/>
              <a:gd name="connsiteX6" fmla="*/ 354529 w 4953666"/>
              <a:gd name="connsiteY6" fmla="*/ 200752 h 4294315"/>
              <a:gd name="connsiteX7" fmla="*/ 8771 w 4953666"/>
              <a:gd name="connsiteY7" fmla="*/ 1767440 h 4294315"/>
              <a:gd name="connsiteX8" fmla="*/ 2681883 w 4953666"/>
              <a:gd name="connsiteY8" fmla="*/ 4293658 h 4294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953666" h="4294315">
                <a:moveTo>
                  <a:pt x="2681883" y="4293658"/>
                </a:moveTo>
                <a:cubicBezTo>
                  <a:pt x="2774620" y="4295683"/>
                  <a:pt x="2868342" y="4293047"/>
                  <a:pt x="2962801" y="4285537"/>
                </a:cubicBezTo>
                <a:cubicBezTo>
                  <a:pt x="3718476" y="4225460"/>
                  <a:pt x="4378268" y="3864871"/>
                  <a:pt x="4834127" y="3330444"/>
                </a:cubicBezTo>
                <a:lnTo>
                  <a:pt x="4953666" y="3175947"/>
                </a:lnTo>
                <a:lnTo>
                  <a:pt x="4953666" y="0"/>
                </a:lnTo>
                <a:lnTo>
                  <a:pt x="481203" y="0"/>
                </a:lnTo>
                <a:lnTo>
                  <a:pt x="354529" y="200752"/>
                </a:lnTo>
                <a:cubicBezTo>
                  <a:pt x="94175" y="660824"/>
                  <a:pt x="-36273" y="1200867"/>
                  <a:pt x="8771" y="1767440"/>
                </a:cubicBezTo>
                <a:cubicBezTo>
                  <a:pt x="121380" y="3183873"/>
                  <a:pt x="1290828" y="4263270"/>
                  <a:pt x="2681883" y="429365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0FCE207E-49DC-89F0-6C2E-AEDEB1A6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01466" y="1425943"/>
            <a:ext cx="990534" cy="1329158"/>
          </a:xfrm>
          <a:custGeom>
            <a:avLst/>
            <a:gdLst>
              <a:gd name="connsiteX0" fmla="*/ 664579 w 990534"/>
              <a:gd name="connsiteY0" fmla="*/ 0 h 1329158"/>
              <a:gd name="connsiteX1" fmla="*/ 923263 w 990534"/>
              <a:gd name="connsiteY1" fmla="*/ 52226 h 1329158"/>
              <a:gd name="connsiteX2" fmla="*/ 990534 w 990534"/>
              <a:gd name="connsiteY2" fmla="*/ 88739 h 1329158"/>
              <a:gd name="connsiteX3" fmla="*/ 990534 w 990534"/>
              <a:gd name="connsiteY3" fmla="*/ 1240419 h 1329158"/>
              <a:gd name="connsiteX4" fmla="*/ 923263 w 990534"/>
              <a:gd name="connsiteY4" fmla="*/ 1276932 h 1329158"/>
              <a:gd name="connsiteX5" fmla="*/ 664579 w 990534"/>
              <a:gd name="connsiteY5" fmla="*/ 1329158 h 1329158"/>
              <a:gd name="connsiteX6" fmla="*/ 0 w 990534"/>
              <a:gd name="connsiteY6" fmla="*/ 664579 h 1329158"/>
              <a:gd name="connsiteX7" fmla="*/ 664579 w 990534"/>
              <a:gd name="connsiteY7" fmla="*/ 0 h 132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90534" h="1329158">
                <a:moveTo>
                  <a:pt x="664579" y="0"/>
                </a:moveTo>
                <a:cubicBezTo>
                  <a:pt x="756338" y="0"/>
                  <a:pt x="843754" y="18597"/>
                  <a:pt x="923263" y="52226"/>
                </a:cubicBezTo>
                <a:lnTo>
                  <a:pt x="990534" y="88739"/>
                </a:lnTo>
                <a:lnTo>
                  <a:pt x="990534" y="1240419"/>
                </a:lnTo>
                <a:lnTo>
                  <a:pt x="923263" y="1276932"/>
                </a:lnTo>
                <a:cubicBezTo>
                  <a:pt x="843754" y="1310562"/>
                  <a:pt x="756338" y="1329158"/>
                  <a:pt x="664579" y="1329158"/>
                </a:cubicBezTo>
                <a:cubicBezTo>
                  <a:pt x="297542" y="1329158"/>
                  <a:pt x="0" y="1031616"/>
                  <a:pt x="0" y="664579"/>
                </a:cubicBezTo>
                <a:cubicBezTo>
                  <a:pt x="0" y="297542"/>
                  <a:pt x="297542" y="0"/>
                  <a:pt x="664579" y="0"/>
                </a:cubicBezTo>
                <a:close/>
              </a:path>
            </a:pathLst>
          </a:custGeom>
          <a:solidFill>
            <a:schemeClr val="accent3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550097-BD5F-E98D-20E3-A22C0C038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2480" y="2715768"/>
            <a:ext cx="3364992" cy="301752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>
            <a:noAutofit/>
          </a:bodyPr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919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  <p15:guide id="3" orient="horz" pos="355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list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rm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8D76C9A2-7310-AC9A-D74B-465F4A044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2029" y="3432619"/>
            <a:ext cx="3586781" cy="3425381"/>
          </a:xfrm>
          <a:custGeom>
            <a:avLst/>
            <a:gdLst>
              <a:gd name="connsiteX0" fmla="*/ 2057400 w 3586781"/>
              <a:gd name="connsiteY0" fmla="*/ 0 h 3425381"/>
              <a:gd name="connsiteX1" fmla="*/ 3512202 w 3586781"/>
              <a:gd name="connsiteY1" fmla="*/ 602599 h 3425381"/>
              <a:gd name="connsiteX2" fmla="*/ 3586781 w 3586781"/>
              <a:gd name="connsiteY2" fmla="*/ 684657 h 3425381"/>
              <a:gd name="connsiteX3" fmla="*/ 3586781 w 3586781"/>
              <a:gd name="connsiteY3" fmla="*/ 3425381 h 3425381"/>
              <a:gd name="connsiteX4" fmla="*/ 523691 w 3586781"/>
              <a:gd name="connsiteY4" fmla="*/ 3425381 h 3425381"/>
              <a:gd name="connsiteX5" fmla="*/ 469810 w 3586781"/>
              <a:gd name="connsiteY5" fmla="*/ 3366098 h 3425381"/>
              <a:gd name="connsiteX6" fmla="*/ 0 w 3586781"/>
              <a:gd name="connsiteY6" fmla="*/ 2057400 h 3425381"/>
              <a:gd name="connsiteX7" fmla="*/ 2057400 w 3586781"/>
              <a:gd name="connsiteY7" fmla="*/ 0 h 3425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86781" h="3425381">
                <a:moveTo>
                  <a:pt x="2057400" y="0"/>
                </a:moveTo>
                <a:cubicBezTo>
                  <a:pt x="2625535" y="0"/>
                  <a:pt x="3139885" y="230282"/>
                  <a:pt x="3512202" y="602599"/>
                </a:cubicBezTo>
                <a:lnTo>
                  <a:pt x="3586781" y="684657"/>
                </a:lnTo>
                <a:lnTo>
                  <a:pt x="3586781" y="3425381"/>
                </a:lnTo>
                <a:lnTo>
                  <a:pt x="523691" y="3425381"/>
                </a:lnTo>
                <a:lnTo>
                  <a:pt x="469810" y="3366098"/>
                </a:lnTo>
                <a:cubicBezTo>
                  <a:pt x="176310" y="3010458"/>
                  <a:pt x="0" y="2554519"/>
                  <a:pt x="0" y="2057400"/>
                </a:cubicBezTo>
                <a:cubicBezTo>
                  <a:pt x="0" y="921129"/>
                  <a:pt x="921129" y="0"/>
                  <a:pt x="2057400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C7F2D7-0500-18AD-893F-3BFF96B945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622" y="1953365"/>
            <a:ext cx="5149695" cy="368455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1B05A4D-E9FB-4913-E53E-1DE2DC2D9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558269" y="6194361"/>
            <a:ext cx="389835" cy="389835"/>
          </a:xfrm>
          <a:prstGeom prst="ellipse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 1">
            <a:extLst>
              <a:ext uri="{FF2B5EF4-FFF2-40B4-BE49-F238E27FC236}">
                <a16:creationId xmlns:a16="http://schemas.microsoft.com/office/drawing/2014/main" id="{CC1FF5F2-E394-6897-C493-6584D74D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446860" y="-169312"/>
            <a:ext cx="990534" cy="1329158"/>
          </a:xfrm>
          <a:custGeom>
            <a:avLst/>
            <a:gdLst>
              <a:gd name="connsiteX0" fmla="*/ 664579 w 990534"/>
              <a:gd name="connsiteY0" fmla="*/ 0 h 1329158"/>
              <a:gd name="connsiteX1" fmla="*/ 923263 w 990534"/>
              <a:gd name="connsiteY1" fmla="*/ 52226 h 1329158"/>
              <a:gd name="connsiteX2" fmla="*/ 990534 w 990534"/>
              <a:gd name="connsiteY2" fmla="*/ 88739 h 1329158"/>
              <a:gd name="connsiteX3" fmla="*/ 990534 w 990534"/>
              <a:gd name="connsiteY3" fmla="*/ 1240419 h 1329158"/>
              <a:gd name="connsiteX4" fmla="*/ 923263 w 990534"/>
              <a:gd name="connsiteY4" fmla="*/ 1276932 h 1329158"/>
              <a:gd name="connsiteX5" fmla="*/ 664579 w 990534"/>
              <a:gd name="connsiteY5" fmla="*/ 1329158 h 1329158"/>
              <a:gd name="connsiteX6" fmla="*/ 0 w 990534"/>
              <a:gd name="connsiteY6" fmla="*/ 664579 h 1329158"/>
              <a:gd name="connsiteX7" fmla="*/ 664579 w 990534"/>
              <a:gd name="connsiteY7" fmla="*/ 0 h 132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90534" h="1329158">
                <a:moveTo>
                  <a:pt x="664579" y="0"/>
                </a:moveTo>
                <a:cubicBezTo>
                  <a:pt x="756338" y="0"/>
                  <a:pt x="843754" y="18597"/>
                  <a:pt x="923263" y="52226"/>
                </a:cubicBezTo>
                <a:lnTo>
                  <a:pt x="990534" y="88739"/>
                </a:lnTo>
                <a:lnTo>
                  <a:pt x="990534" y="1240419"/>
                </a:lnTo>
                <a:lnTo>
                  <a:pt x="923263" y="1276932"/>
                </a:lnTo>
                <a:cubicBezTo>
                  <a:pt x="843754" y="1310562"/>
                  <a:pt x="756338" y="1329158"/>
                  <a:pt x="664579" y="1329158"/>
                </a:cubicBezTo>
                <a:cubicBezTo>
                  <a:pt x="297542" y="1329158"/>
                  <a:pt x="0" y="1031616"/>
                  <a:pt x="0" y="664579"/>
                </a:cubicBezTo>
                <a:cubicBezTo>
                  <a:pt x="0" y="297542"/>
                  <a:pt x="297542" y="0"/>
                  <a:pt x="664579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A8D9022-B854-F233-7BEE-8185E402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03700" y="2891437"/>
            <a:ext cx="4183547" cy="2282229"/>
            <a:chOff x="6448201" y="2832180"/>
            <a:chExt cx="4483608" cy="2139696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1459528-99D6-5A0F-AEFA-AC4E7BC126D1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283218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A5AD794-5E76-98BF-3FC7-85579E091361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353322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EDD1146-913C-8E63-E619-A08A11AAF125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423426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43E402-60F2-D003-3878-233462D26AA9}"/>
                </a:ext>
              </a:extLst>
            </p:cNvPr>
            <p:cNvCxnSpPr>
              <a:cxnSpLocks/>
            </p:cNvCxnSpPr>
            <p:nvPr/>
          </p:nvCxnSpPr>
          <p:spPr>
            <a:xfrm>
              <a:off x="6454297" y="4971876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0478807-656D-4B2C-5C1E-4A08154F6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24131" y="2343177"/>
            <a:ext cx="476768" cy="283048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1.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2.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3.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4.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550097-BD5F-E98D-20E3-A22C0C038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44528" y="2454311"/>
            <a:ext cx="4557428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366D221-FD48-C909-F65B-085F44205E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528" y="3222369"/>
            <a:ext cx="4557428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9BD84418-94A8-777A-FEF5-E2B3E93F4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4528" y="3992637"/>
            <a:ext cx="4557428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EFF35093-CCA2-ABAA-FBB6-03256FB06B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4528" y="4775296"/>
            <a:ext cx="4557428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1E8918F9-D4D2-6FB5-B4FD-8FB3A979A2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37376" y="2002536"/>
            <a:ext cx="5120640" cy="368503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367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5AC3F0E-B550-5DF3-6FEE-B1EFAC15A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22727" y="3014462"/>
            <a:ext cx="642974" cy="642974"/>
          </a:xfrm>
          <a:prstGeom prst="ellipse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7">
            <a:extLst>
              <a:ext uri="{FF2B5EF4-FFF2-40B4-BE49-F238E27FC236}">
                <a16:creationId xmlns:a16="http://schemas.microsoft.com/office/drawing/2014/main" id="{4B8B6206-1D28-8534-BE4D-6893F8FE6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84620" y="5988532"/>
            <a:ext cx="2953834" cy="883756"/>
          </a:xfrm>
          <a:custGeom>
            <a:avLst/>
            <a:gdLst>
              <a:gd name="connsiteX0" fmla="*/ 1476917 w 2953834"/>
              <a:gd name="connsiteY0" fmla="*/ 0 h 883756"/>
              <a:gd name="connsiteX1" fmla="*/ 2950639 w 2953834"/>
              <a:gd name="connsiteY1" fmla="*/ 877123 h 883756"/>
              <a:gd name="connsiteX2" fmla="*/ 2953834 w 2953834"/>
              <a:gd name="connsiteY2" fmla="*/ 883756 h 883756"/>
              <a:gd name="connsiteX3" fmla="*/ 0 w 2953834"/>
              <a:gd name="connsiteY3" fmla="*/ 883756 h 883756"/>
              <a:gd name="connsiteX4" fmla="*/ 3195 w 2953834"/>
              <a:gd name="connsiteY4" fmla="*/ 877123 h 883756"/>
              <a:gd name="connsiteX5" fmla="*/ 1476917 w 2953834"/>
              <a:gd name="connsiteY5" fmla="*/ 0 h 883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53834" h="883756">
                <a:moveTo>
                  <a:pt x="1476917" y="0"/>
                </a:moveTo>
                <a:cubicBezTo>
                  <a:pt x="2113290" y="0"/>
                  <a:pt x="2666825" y="354669"/>
                  <a:pt x="2950639" y="877123"/>
                </a:cubicBezTo>
                <a:lnTo>
                  <a:pt x="2953834" y="883756"/>
                </a:lnTo>
                <a:lnTo>
                  <a:pt x="0" y="883756"/>
                </a:lnTo>
                <a:lnTo>
                  <a:pt x="3195" y="877123"/>
                </a:lnTo>
                <a:cubicBezTo>
                  <a:pt x="287009" y="354669"/>
                  <a:pt x="840544" y="0"/>
                  <a:pt x="1476917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5405D2-9527-BA12-A7AC-4B93151CCB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84620" y="6069965"/>
            <a:ext cx="510053" cy="510053"/>
          </a:xfrm>
          <a:prstGeom prst="ellipse">
            <a:avLst/>
          </a:prstGeom>
          <a:solidFill>
            <a:schemeClr val="accent5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A0CC5EDC-49D4-6111-36CB-3C8A2D02A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306096" cy="5630799"/>
          </a:xfrm>
          <a:custGeom>
            <a:avLst/>
            <a:gdLst>
              <a:gd name="connsiteX0" fmla="*/ 0 w 6306096"/>
              <a:gd name="connsiteY0" fmla="*/ 0 h 5630799"/>
              <a:gd name="connsiteX1" fmla="*/ 5864035 w 6306096"/>
              <a:gd name="connsiteY1" fmla="*/ 0 h 5630799"/>
              <a:gd name="connsiteX2" fmla="*/ 5927254 w 6306096"/>
              <a:gd name="connsiteY2" fmla="*/ 123434 h 5630799"/>
              <a:gd name="connsiteX3" fmla="*/ 6306096 w 6306096"/>
              <a:gd name="connsiteY3" fmla="*/ 1789009 h 5630799"/>
              <a:gd name="connsiteX4" fmla="*/ 2464306 w 6306096"/>
              <a:gd name="connsiteY4" fmla="*/ 5630799 h 5630799"/>
              <a:gd name="connsiteX5" fmla="*/ 20571 w 6306096"/>
              <a:gd name="connsiteY5" fmla="*/ 4753521 h 5630799"/>
              <a:gd name="connsiteX6" fmla="*/ 0 w 6306096"/>
              <a:gd name="connsiteY6" fmla="*/ 4734825 h 5630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6096" h="5630799">
                <a:moveTo>
                  <a:pt x="0" y="0"/>
                </a:moveTo>
                <a:lnTo>
                  <a:pt x="5864035" y="0"/>
                </a:lnTo>
                <a:lnTo>
                  <a:pt x="5927254" y="123434"/>
                </a:lnTo>
                <a:cubicBezTo>
                  <a:pt x="6170039" y="627296"/>
                  <a:pt x="6306096" y="1192264"/>
                  <a:pt x="6306096" y="1789009"/>
                </a:cubicBezTo>
                <a:cubicBezTo>
                  <a:pt x="6306096" y="3910771"/>
                  <a:pt x="4586068" y="5630799"/>
                  <a:pt x="2464306" y="5630799"/>
                </a:cubicBezTo>
                <a:cubicBezTo>
                  <a:pt x="1536035" y="5630799"/>
                  <a:pt x="684659" y="5301575"/>
                  <a:pt x="20571" y="4753521"/>
                </a:cubicBezTo>
                <a:lnTo>
                  <a:pt x="0" y="4734825"/>
                </a:ln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F4DDC946-276A-D975-DF69-141E11E4CA6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0080" y="2002536"/>
            <a:ext cx="5138928" cy="3685032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1E8918F9-D4D2-6FB5-B4FD-8FB3A979A2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37376" y="2002536"/>
            <a:ext cx="5120640" cy="3685032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>
            <a:noAutofit/>
          </a:bodyPr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522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4">
            <a:extLst>
              <a:ext uri="{FF2B5EF4-FFF2-40B4-BE49-F238E27FC236}">
                <a16:creationId xmlns:a16="http://schemas.microsoft.com/office/drawing/2014/main" id="{82D433C4-79DD-42C5-9147-9E5DDECB6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544421" y="1377730"/>
            <a:ext cx="3658597" cy="5494558"/>
          </a:xfrm>
          <a:custGeom>
            <a:avLst/>
            <a:gdLst>
              <a:gd name="connsiteX0" fmla="*/ 3224347 w 3658597"/>
              <a:gd name="connsiteY0" fmla="*/ 0 h 5494558"/>
              <a:gd name="connsiteX1" fmla="*/ 3554018 w 3658597"/>
              <a:gd name="connsiteY1" fmla="*/ 16647 h 5494558"/>
              <a:gd name="connsiteX2" fmla="*/ 3658597 w 3658597"/>
              <a:gd name="connsiteY2" fmla="*/ 29936 h 5494558"/>
              <a:gd name="connsiteX3" fmla="*/ 3658597 w 3658597"/>
              <a:gd name="connsiteY3" fmla="*/ 5494558 h 5494558"/>
              <a:gd name="connsiteX4" fmla="*/ 935531 w 3658597"/>
              <a:gd name="connsiteY4" fmla="*/ 5494558 h 5494558"/>
              <a:gd name="connsiteX5" fmla="*/ 736284 w 3658597"/>
              <a:gd name="connsiteY5" fmla="*/ 5275331 h 5494558"/>
              <a:gd name="connsiteX6" fmla="*/ 0 w 3658597"/>
              <a:gd name="connsiteY6" fmla="*/ 3224347 h 5494558"/>
              <a:gd name="connsiteX7" fmla="*/ 3224347 w 3658597"/>
              <a:gd name="connsiteY7" fmla="*/ 0 h 5494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8597" h="5494558">
                <a:moveTo>
                  <a:pt x="3224347" y="0"/>
                </a:moveTo>
                <a:cubicBezTo>
                  <a:pt x="3335644" y="0"/>
                  <a:pt x="3445625" y="5639"/>
                  <a:pt x="3554018" y="16647"/>
                </a:cubicBezTo>
                <a:lnTo>
                  <a:pt x="3658597" y="29936"/>
                </a:lnTo>
                <a:lnTo>
                  <a:pt x="3658597" y="5494558"/>
                </a:lnTo>
                <a:lnTo>
                  <a:pt x="935531" y="5494558"/>
                </a:lnTo>
                <a:lnTo>
                  <a:pt x="736284" y="5275331"/>
                </a:lnTo>
                <a:cubicBezTo>
                  <a:pt x="276312" y="4717974"/>
                  <a:pt x="0" y="4003429"/>
                  <a:pt x="0" y="3224347"/>
                </a:cubicBezTo>
                <a:cubicBezTo>
                  <a:pt x="0" y="1443589"/>
                  <a:pt x="1443589" y="0"/>
                  <a:pt x="3224347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12">
            <a:extLst>
              <a:ext uri="{FF2B5EF4-FFF2-40B4-BE49-F238E27FC236}">
                <a16:creationId xmlns:a16="http://schemas.microsoft.com/office/drawing/2014/main" id="{B6078FDE-6CEC-993E-3339-544DEDA6A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1551" y="0"/>
            <a:ext cx="1175601" cy="1651285"/>
          </a:xfrm>
          <a:custGeom>
            <a:avLst/>
            <a:gdLst>
              <a:gd name="connsiteX0" fmla="*/ 0 w 1858209"/>
              <a:gd name="connsiteY0" fmla="*/ 0 h 2610096"/>
              <a:gd name="connsiteX1" fmla="*/ 1532533 w 1858209"/>
              <a:gd name="connsiteY1" fmla="*/ 0 h 2610096"/>
              <a:gd name="connsiteX2" fmla="*/ 1579125 w 1858209"/>
              <a:gd name="connsiteY2" fmla="*/ 62307 h 2610096"/>
              <a:gd name="connsiteX3" fmla="*/ 1858209 w 1858209"/>
              <a:gd name="connsiteY3" fmla="*/ 975965 h 2610096"/>
              <a:gd name="connsiteX4" fmla="*/ 224078 w 1858209"/>
              <a:gd name="connsiteY4" fmla="*/ 2610096 h 2610096"/>
              <a:gd name="connsiteX5" fmla="*/ 56998 w 1858209"/>
              <a:gd name="connsiteY5" fmla="*/ 2601659 h 2610096"/>
              <a:gd name="connsiteX6" fmla="*/ 0 w 1858209"/>
              <a:gd name="connsiteY6" fmla="*/ 2592960 h 2610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58209" h="2610096">
                <a:moveTo>
                  <a:pt x="0" y="0"/>
                </a:moveTo>
                <a:lnTo>
                  <a:pt x="1532533" y="0"/>
                </a:lnTo>
                <a:lnTo>
                  <a:pt x="1579125" y="62307"/>
                </a:lnTo>
                <a:cubicBezTo>
                  <a:pt x="1755324" y="323116"/>
                  <a:pt x="1858209" y="637525"/>
                  <a:pt x="1858209" y="975965"/>
                </a:cubicBezTo>
                <a:cubicBezTo>
                  <a:pt x="1858209" y="1878471"/>
                  <a:pt x="1126584" y="2610096"/>
                  <a:pt x="224078" y="2610096"/>
                </a:cubicBezTo>
                <a:cubicBezTo>
                  <a:pt x="167671" y="2610096"/>
                  <a:pt x="111932" y="2607238"/>
                  <a:pt x="56998" y="2601659"/>
                </a:cubicBezTo>
                <a:lnTo>
                  <a:pt x="0" y="2592960"/>
                </a:ln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E6A9E29-841B-F63A-A4FB-958C2A39A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7386" y="4880996"/>
            <a:ext cx="1499065" cy="1499065"/>
          </a:xfrm>
          <a:prstGeom prst="ellipse">
            <a:avLst/>
          </a:pr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1E8E1F-3A86-62FC-58AB-E196456B4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1124" y="1169282"/>
            <a:ext cx="389835" cy="389835"/>
          </a:xfrm>
          <a:prstGeom prst="ellipse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F4DDC946-276A-D975-DF69-141E11E4CA6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0080" y="2002536"/>
            <a:ext cx="5138928" cy="3685032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6" name="Content Placeholder 16">
            <a:extLst>
              <a:ext uri="{FF2B5EF4-FFF2-40B4-BE49-F238E27FC236}">
                <a16:creationId xmlns:a16="http://schemas.microsoft.com/office/drawing/2014/main" id="{09C5826C-6081-DF9F-2832-3E46BA58C61C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19088" y="2002536"/>
            <a:ext cx="5138928" cy="3685032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+mj-lt"/>
              <a:buAutoNum type="arabicPeriod"/>
              <a:defRPr sz="16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>
            <a:noAutofit/>
          </a:bodyPr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544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2">
            <a:extLst>
              <a:ext uri="{FF2B5EF4-FFF2-40B4-BE49-F238E27FC236}">
                <a16:creationId xmlns:a16="http://schemas.microsoft.com/office/drawing/2014/main" id="{EA15E1F6-FCC0-B1B8-8F0A-02FAAB3F0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65453" y="5422957"/>
            <a:ext cx="600979" cy="600979"/>
          </a:xfrm>
          <a:prstGeom prst="ellipse">
            <a:avLst/>
          </a:prstGeom>
          <a:solidFill>
            <a:schemeClr val="accent5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8A0AB697-65DD-D82E-FD2B-BB10E141E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84941"/>
            <a:ext cx="5739305" cy="6173059"/>
          </a:xfrm>
          <a:custGeom>
            <a:avLst/>
            <a:gdLst>
              <a:gd name="connsiteX0" fmla="*/ 2105216 w 5739305"/>
              <a:gd name="connsiteY0" fmla="*/ 0 h 6173059"/>
              <a:gd name="connsiteX1" fmla="*/ 5739305 w 5739305"/>
              <a:gd name="connsiteY1" fmla="*/ 3634089 h 6173059"/>
              <a:gd name="connsiteX2" fmla="*/ 4909456 w 5739305"/>
              <a:gd name="connsiteY2" fmla="*/ 5945707 h 6173059"/>
              <a:gd name="connsiteX3" fmla="*/ 4702825 w 5739305"/>
              <a:gd name="connsiteY3" fmla="*/ 6173059 h 6173059"/>
              <a:gd name="connsiteX4" fmla="*/ 0 w 5739305"/>
              <a:gd name="connsiteY4" fmla="*/ 6173059 h 6173059"/>
              <a:gd name="connsiteX5" fmla="*/ 0 w 5739305"/>
              <a:gd name="connsiteY5" fmla="*/ 675505 h 6173059"/>
              <a:gd name="connsiteX6" fmla="*/ 73362 w 5739305"/>
              <a:gd name="connsiteY6" fmla="*/ 620646 h 6173059"/>
              <a:gd name="connsiteX7" fmla="*/ 2105216 w 5739305"/>
              <a:gd name="connsiteY7" fmla="*/ 0 h 617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39305" h="6173059">
                <a:moveTo>
                  <a:pt x="2105216" y="0"/>
                </a:moveTo>
                <a:cubicBezTo>
                  <a:pt x="4112268" y="0"/>
                  <a:pt x="5739305" y="1627037"/>
                  <a:pt x="5739305" y="3634089"/>
                </a:cubicBezTo>
                <a:cubicBezTo>
                  <a:pt x="5739305" y="4512174"/>
                  <a:pt x="5427880" y="5317522"/>
                  <a:pt x="4909456" y="5945707"/>
                </a:cubicBezTo>
                <a:lnTo>
                  <a:pt x="4702825" y="6173059"/>
                </a:lnTo>
                <a:lnTo>
                  <a:pt x="0" y="6173059"/>
                </a:lnTo>
                <a:lnTo>
                  <a:pt x="0" y="675505"/>
                </a:lnTo>
                <a:lnTo>
                  <a:pt x="73362" y="620646"/>
                </a:lnTo>
                <a:cubicBezTo>
                  <a:pt x="653367" y="228802"/>
                  <a:pt x="1352572" y="0"/>
                  <a:pt x="2105216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DF637CE-F1AA-EB3D-67EB-815F56FF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00869" y="447695"/>
            <a:ext cx="1499065" cy="1499065"/>
          </a:xfrm>
          <a:prstGeom prst="ellips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C7F2D7-0500-18AD-893F-3BFF96B945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386" y="1273861"/>
            <a:ext cx="5149695" cy="4264053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2386584"/>
            <a:ext cx="4837176" cy="2103120"/>
          </a:xfrm>
        </p:spPr>
        <p:txBody>
          <a:bodyPr anchor="t" anchorCtr="0">
            <a:normAutofit/>
          </a:bodyPr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3D01B9-382B-1FFC-B0E8-50A5B1AA5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155536" y="2000952"/>
            <a:ext cx="3844355" cy="3094988"/>
            <a:chOff x="6448201" y="2832180"/>
            <a:chExt cx="4489704" cy="290169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DE06067-B8E1-70ED-D2D3-44CF8CDCDA07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283218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30DAD0A-6F95-3AC2-7012-1BFF86880C36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353322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8BE1B0-4E81-D3BC-6252-7981ADD19C22}"/>
                </a:ext>
              </a:extLst>
            </p:cNvPr>
            <p:cNvCxnSpPr>
              <a:cxnSpLocks/>
            </p:cNvCxnSpPr>
            <p:nvPr/>
          </p:nvCxnSpPr>
          <p:spPr>
            <a:xfrm>
              <a:off x="6448201" y="4234260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402BDCE-1B33-A927-9656-8B1F13D3E546}"/>
                </a:ext>
              </a:extLst>
            </p:cNvPr>
            <p:cNvCxnSpPr>
              <a:cxnSpLocks/>
            </p:cNvCxnSpPr>
            <p:nvPr/>
          </p:nvCxnSpPr>
          <p:spPr>
            <a:xfrm>
              <a:off x="6454297" y="4971876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E0822DF-56EF-F16B-1D58-9C3EAC7944A0}"/>
                </a:ext>
              </a:extLst>
            </p:cNvPr>
            <p:cNvCxnSpPr>
              <a:cxnSpLocks/>
            </p:cNvCxnSpPr>
            <p:nvPr/>
          </p:nvCxnSpPr>
          <p:spPr>
            <a:xfrm>
              <a:off x="6460393" y="5733876"/>
              <a:ext cx="4477512" cy="0"/>
            </a:xfrm>
            <a:prstGeom prst="line">
              <a:avLst/>
            </a:prstGeom>
            <a:ln w="2222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70A54A3-3D1B-FF08-2460-114DA5BF6D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6812124" y="1474457"/>
            <a:ext cx="493649" cy="40656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1.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2.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3.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4. 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solidFill>
                  <a:schemeClr val="tx2"/>
                </a:solidFill>
                <a:latin typeface="+mj-lt"/>
                <a:cs typeface="Segoe UI Semibold" panose="020B0502040204020203" pitchFamily="34" charset="0"/>
              </a:rPr>
              <a:t>5.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550097-BD5F-E98D-20E3-A22C0C038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55536" y="1605845"/>
            <a:ext cx="4090669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366D221-FD48-C909-F65B-085F44205E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55536" y="2373903"/>
            <a:ext cx="4090669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9BD84418-94A8-777A-FEF5-E2B3E93F44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55536" y="3144171"/>
            <a:ext cx="4090669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EFF35093-CCA2-ABAA-FBB6-03256FB06B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5536" y="3926830"/>
            <a:ext cx="4090669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6FF71D66-09F6-C545-173C-E4918A91F0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55536" y="4693042"/>
            <a:ext cx="4090669" cy="47776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chemeClr val="tx2"/>
                </a:solidFill>
                <a:latin typeface="+mj-lt"/>
                <a:cs typeface="Segoe UI Semibold" panose="020B07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D49D04-3BCD-7CCF-7AE2-41C646366DF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 rot="16200000">
            <a:off x="10403704" y="596187"/>
            <a:ext cx="2384490" cy="119210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635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2">
            <a:extLst>
              <a:ext uri="{FF2B5EF4-FFF2-40B4-BE49-F238E27FC236}">
                <a16:creationId xmlns:a16="http://schemas.microsoft.com/office/drawing/2014/main" id="{CCB0938D-C7B4-782B-BFAF-F503DE1CA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4287" y="4334114"/>
            <a:ext cx="1149441" cy="1499066"/>
          </a:xfrm>
          <a:custGeom>
            <a:avLst/>
            <a:gdLst>
              <a:gd name="connsiteX0" fmla="*/ 399908 w 1149441"/>
              <a:gd name="connsiteY0" fmla="*/ 0 h 1499066"/>
              <a:gd name="connsiteX1" fmla="*/ 1149441 w 1149441"/>
              <a:gd name="connsiteY1" fmla="*/ 749533 h 1499066"/>
              <a:gd name="connsiteX2" fmla="*/ 399908 w 1149441"/>
              <a:gd name="connsiteY2" fmla="*/ 1499066 h 1499066"/>
              <a:gd name="connsiteX3" fmla="*/ 108156 w 1149441"/>
              <a:gd name="connsiteY3" fmla="*/ 1440164 h 1499066"/>
              <a:gd name="connsiteX4" fmla="*/ 0 w 1149441"/>
              <a:gd name="connsiteY4" fmla="*/ 1381459 h 1499066"/>
              <a:gd name="connsiteX5" fmla="*/ 0 w 1149441"/>
              <a:gd name="connsiteY5" fmla="*/ 117607 h 1499066"/>
              <a:gd name="connsiteX6" fmla="*/ 108156 w 1149441"/>
              <a:gd name="connsiteY6" fmla="*/ 58902 h 1499066"/>
              <a:gd name="connsiteX7" fmla="*/ 399908 w 1149441"/>
              <a:gd name="connsiteY7" fmla="*/ 0 h 1499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9441" h="1499066">
                <a:moveTo>
                  <a:pt x="399908" y="0"/>
                </a:moveTo>
                <a:cubicBezTo>
                  <a:pt x="813864" y="0"/>
                  <a:pt x="1149441" y="335577"/>
                  <a:pt x="1149441" y="749533"/>
                </a:cubicBezTo>
                <a:cubicBezTo>
                  <a:pt x="1149441" y="1163489"/>
                  <a:pt x="813864" y="1499066"/>
                  <a:pt x="399908" y="1499066"/>
                </a:cubicBezTo>
                <a:cubicBezTo>
                  <a:pt x="296419" y="1499066"/>
                  <a:pt x="197829" y="1478093"/>
                  <a:pt x="108156" y="1440164"/>
                </a:cubicBezTo>
                <a:lnTo>
                  <a:pt x="0" y="1381459"/>
                </a:lnTo>
                <a:lnTo>
                  <a:pt x="0" y="117607"/>
                </a:lnTo>
                <a:lnTo>
                  <a:pt x="108156" y="58902"/>
                </a:lnTo>
                <a:cubicBezTo>
                  <a:pt x="197829" y="20974"/>
                  <a:pt x="296419" y="0"/>
                  <a:pt x="399908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9">
            <a:extLst>
              <a:ext uri="{FF2B5EF4-FFF2-40B4-BE49-F238E27FC236}">
                <a16:creationId xmlns:a16="http://schemas.microsoft.com/office/drawing/2014/main" id="{27AD3143-C49E-0951-0DB8-A9ABF0AB7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18661" y="-1535"/>
            <a:ext cx="6184356" cy="5906209"/>
          </a:xfrm>
          <a:custGeom>
            <a:avLst/>
            <a:gdLst>
              <a:gd name="connsiteX0" fmla="*/ 605352 w 6184356"/>
              <a:gd name="connsiteY0" fmla="*/ 0 h 5906209"/>
              <a:gd name="connsiteX1" fmla="*/ 6184356 w 6184356"/>
              <a:gd name="connsiteY1" fmla="*/ 0 h 5906209"/>
              <a:gd name="connsiteX2" fmla="*/ 6184356 w 6184356"/>
              <a:gd name="connsiteY2" fmla="*/ 5104584 h 5906209"/>
              <a:gd name="connsiteX3" fmla="*/ 5989771 w 6184356"/>
              <a:gd name="connsiteY3" fmla="*/ 5250092 h 5906209"/>
              <a:gd name="connsiteX4" fmla="*/ 3841790 w 6184356"/>
              <a:gd name="connsiteY4" fmla="*/ 5906209 h 5906209"/>
              <a:gd name="connsiteX5" fmla="*/ 0 w 6184356"/>
              <a:gd name="connsiteY5" fmla="*/ 2064419 h 5906209"/>
              <a:gd name="connsiteX6" fmla="*/ 463684 w 6184356"/>
              <a:gd name="connsiteY6" fmla="*/ 233194 h 5906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84356" h="5906209">
                <a:moveTo>
                  <a:pt x="605352" y="0"/>
                </a:moveTo>
                <a:lnTo>
                  <a:pt x="6184356" y="0"/>
                </a:lnTo>
                <a:lnTo>
                  <a:pt x="6184356" y="5104584"/>
                </a:lnTo>
                <a:lnTo>
                  <a:pt x="5989771" y="5250092"/>
                </a:lnTo>
                <a:cubicBezTo>
                  <a:pt x="5376618" y="5664330"/>
                  <a:pt x="4637451" y="5906209"/>
                  <a:pt x="3841790" y="5906209"/>
                </a:cubicBezTo>
                <a:cubicBezTo>
                  <a:pt x="1720028" y="5906209"/>
                  <a:pt x="0" y="4186181"/>
                  <a:pt x="0" y="2064419"/>
                </a:cubicBezTo>
                <a:cubicBezTo>
                  <a:pt x="0" y="1401369"/>
                  <a:pt x="167972" y="777550"/>
                  <a:pt x="463684" y="23319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1F142C3-F309-0D74-D5C5-3EAB19D430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89666" y="1067784"/>
            <a:ext cx="635955" cy="635955"/>
          </a:xfrm>
          <a:prstGeom prst="ellipse">
            <a:avLst/>
          </a:prstGeom>
          <a:solidFill>
            <a:schemeClr val="accent6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2386584"/>
            <a:ext cx="4837176" cy="2103120"/>
          </a:xfrm>
        </p:spPr>
        <p:txBody>
          <a:bodyPr anchor="t" anchorCtr="0">
            <a:normAutofit/>
          </a:bodyPr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90AB7A2-D41E-7F8C-E35B-D135E2EFA5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 flipV="1">
            <a:off x="2963611" y="-9427"/>
            <a:ext cx="2384497" cy="118100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A56C6565-B97C-5C01-FA9D-8CF1B20447E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19088" y="1280160"/>
            <a:ext cx="5129784" cy="4261104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778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3">
            <a:extLst>
              <a:ext uri="{FF2B5EF4-FFF2-40B4-BE49-F238E27FC236}">
                <a16:creationId xmlns:a16="http://schemas.microsoft.com/office/drawing/2014/main" id="{3444D42C-1BDD-684F-2ED7-CBF2B31FA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1017"/>
            <a:ext cx="5797960" cy="5177077"/>
          </a:xfrm>
          <a:custGeom>
            <a:avLst/>
            <a:gdLst>
              <a:gd name="connsiteX0" fmla="*/ 0 w 6306096"/>
              <a:gd name="connsiteY0" fmla="*/ 0 h 5630799"/>
              <a:gd name="connsiteX1" fmla="*/ 5864035 w 6306096"/>
              <a:gd name="connsiteY1" fmla="*/ 0 h 5630799"/>
              <a:gd name="connsiteX2" fmla="*/ 5927254 w 6306096"/>
              <a:gd name="connsiteY2" fmla="*/ 123434 h 5630799"/>
              <a:gd name="connsiteX3" fmla="*/ 6306096 w 6306096"/>
              <a:gd name="connsiteY3" fmla="*/ 1789009 h 5630799"/>
              <a:gd name="connsiteX4" fmla="*/ 2464306 w 6306096"/>
              <a:gd name="connsiteY4" fmla="*/ 5630799 h 5630799"/>
              <a:gd name="connsiteX5" fmla="*/ 20571 w 6306096"/>
              <a:gd name="connsiteY5" fmla="*/ 4753521 h 5630799"/>
              <a:gd name="connsiteX6" fmla="*/ 0 w 6306096"/>
              <a:gd name="connsiteY6" fmla="*/ 4734825 h 5630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6096" h="5630799">
                <a:moveTo>
                  <a:pt x="0" y="0"/>
                </a:moveTo>
                <a:lnTo>
                  <a:pt x="5864035" y="0"/>
                </a:lnTo>
                <a:lnTo>
                  <a:pt x="5927254" y="123434"/>
                </a:lnTo>
                <a:cubicBezTo>
                  <a:pt x="6170039" y="627296"/>
                  <a:pt x="6306096" y="1192264"/>
                  <a:pt x="6306096" y="1789009"/>
                </a:cubicBezTo>
                <a:cubicBezTo>
                  <a:pt x="6306096" y="3910771"/>
                  <a:pt x="4586068" y="5630799"/>
                  <a:pt x="2464306" y="5630799"/>
                </a:cubicBezTo>
                <a:cubicBezTo>
                  <a:pt x="1536035" y="5630799"/>
                  <a:pt x="684659" y="5301575"/>
                  <a:pt x="20571" y="4753521"/>
                </a:cubicBezTo>
                <a:lnTo>
                  <a:pt x="0" y="4734825"/>
                </a:ln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B266F6B-F29A-5957-62EB-27F8C2FA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82616" y="378865"/>
            <a:ext cx="813384" cy="813384"/>
          </a:xfrm>
          <a:prstGeom prst="ellips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0AC709F-F9A3-D8F0-A42E-A2C94191D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75619" y="5909834"/>
            <a:ext cx="397747" cy="397747"/>
          </a:xfrm>
          <a:prstGeom prst="ellipse">
            <a:avLst/>
          </a:prstGeom>
          <a:solidFill>
            <a:schemeClr val="accent6">
              <a:alpha val="3033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2386584"/>
            <a:ext cx="4837176" cy="2103120"/>
          </a:xfrm>
        </p:spPr>
        <p:txBody>
          <a:bodyPr anchor="t" anchorCtr="0">
            <a:normAutofit/>
          </a:bodyPr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A56C6565-B97C-5C01-FA9D-8CF1B20447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19088" y="1280160"/>
            <a:ext cx="5129784" cy="4261104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" name="Footer Placeholder 18">
            <a:extLst>
              <a:ext uri="{FF2B5EF4-FFF2-40B4-BE49-F238E27FC236}">
                <a16:creationId xmlns:a16="http://schemas.microsoft.com/office/drawing/2014/main" id="{3914E26B-E8E4-55F2-CC5E-DD0D0AD5C89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39496" y="6126480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5E2D1E-4C5D-A613-CB40-98902C0D832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63206" y="5671159"/>
            <a:ext cx="2384497" cy="118684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Slide Number Placeholder 19">
            <a:extLst>
              <a:ext uri="{FF2B5EF4-FFF2-40B4-BE49-F238E27FC236}">
                <a16:creationId xmlns:a16="http://schemas.microsoft.com/office/drawing/2014/main" id="{294A49EB-EEA6-1B79-F5DE-CFBFC6FFA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93690" y="6190487"/>
            <a:ext cx="846621" cy="365760"/>
          </a:xfrm>
        </p:spPr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035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7">
            <a:extLst>
              <a:ext uri="{FF2B5EF4-FFF2-40B4-BE49-F238E27FC236}">
                <a16:creationId xmlns:a16="http://schemas.microsoft.com/office/drawing/2014/main" id="{B85198C3-2E2B-8874-B190-913F6956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34171" y="2087276"/>
            <a:ext cx="3262907" cy="4770723"/>
          </a:xfrm>
          <a:custGeom>
            <a:avLst/>
            <a:gdLst>
              <a:gd name="connsiteX0" fmla="*/ 2635767 w 3262907"/>
              <a:gd name="connsiteY0" fmla="*/ 0 h 4770723"/>
              <a:gd name="connsiteX1" fmla="*/ 3166966 w 3262907"/>
              <a:gd name="connsiteY1" fmla="*/ 53550 h 4770723"/>
              <a:gd name="connsiteX2" fmla="*/ 3262907 w 3262907"/>
              <a:gd name="connsiteY2" fmla="*/ 78219 h 4770723"/>
              <a:gd name="connsiteX3" fmla="*/ 3262907 w 3262907"/>
              <a:gd name="connsiteY3" fmla="*/ 4770723 h 4770723"/>
              <a:gd name="connsiteX4" fmla="*/ 1094334 w 3262907"/>
              <a:gd name="connsiteY4" fmla="*/ 4770723 h 4770723"/>
              <a:gd name="connsiteX5" fmla="*/ 959175 w 3262907"/>
              <a:gd name="connsiteY5" fmla="*/ 4669653 h 4770723"/>
              <a:gd name="connsiteX6" fmla="*/ 0 w 3262907"/>
              <a:gd name="connsiteY6" fmla="*/ 2635767 h 4770723"/>
              <a:gd name="connsiteX7" fmla="*/ 2635767 w 3262907"/>
              <a:gd name="connsiteY7" fmla="*/ 0 h 4770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62907" h="4770723">
                <a:moveTo>
                  <a:pt x="2635767" y="0"/>
                </a:moveTo>
                <a:cubicBezTo>
                  <a:pt x="2817729" y="0"/>
                  <a:pt x="2995384" y="18439"/>
                  <a:pt x="3166966" y="53550"/>
                </a:cubicBezTo>
                <a:lnTo>
                  <a:pt x="3262907" y="78219"/>
                </a:lnTo>
                <a:lnTo>
                  <a:pt x="3262907" y="4770723"/>
                </a:lnTo>
                <a:lnTo>
                  <a:pt x="1094334" y="4770723"/>
                </a:lnTo>
                <a:lnTo>
                  <a:pt x="959175" y="4669653"/>
                </a:lnTo>
                <a:cubicBezTo>
                  <a:pt x="373383" y="4186215"/>
                  <a:pt x="0" y="3454595"/>
                  <a:pt x="0" y="2635767"/>
                </a:cubicBezTo>
                <a:cubicBezTo>
                  <a:pt x="0" y="1180073"/>
                  <a:pt x="1180073" y="0"/>
                  <a:pt x="263576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21">
            <a:extLst>
              <a:ext uri="{FF2B5EF4-FFF2-40B4-BE49-F238E27FC236}">
                <a16:creationId xmlns:a16="http://schemas.microsoft.com/office/drawing/2014/main" id="{9C80863B-5076-EB08-18A2-8E31F090A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0"/>
            <a:ext cx="1824598" cy="1392971"/>
          </a:xfrm>
          <a:custGeom>
            <a:avLst/>
            <a:gdLst>
              <a:gd name="connsiteX0" fmla="*/ 139847 w 1824598"/>
              <a:gd name="connsiteY0" fmla="*/ 0 h 1392971"/>
              <a:gd name="connsiteX1" fmla="*/ 1684751 w 1824598"/>
              <a:gd name="connsiteY1" fmla="*/ 0 h 1392971"/>
              <a:gd name="connsiteX2" fmla="*/ 1752905 w 1824598"/>
              <a:gd name="connsiteY2" fmla="*/ 125564 h 1392971"/>
              <a:gd name="connsiteX3" fmla="*/ 1824598 w 1824598"/>
              <a:gd name="connsiteY3" fmla="*/ 480672 h 1392971"/>
              <a:gd name="connsiteX4" fmla="*/ 912299 w 1824598"/>
              <a:gd name="connsiteY4" fmla="*/ 1392971 h 1392971"/>
              <a:gd name="connsiteX5" fmla="*/ 0 w 1824598"/>
              <a:gd name="connsiteY5" fmla="*/ 480672 h 1392971"/>
              <a:gd name="connsiteX6" fmla="*/ 71693 w 1824598"/>
              <a:gd name="connsiteY6" fmla="*/ 125564 h 139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4598" h="1392971">
                <a:moveTo>
                  <a:pt x="139847" y="0"/>
                </a:moveTo>
                <a:lnTo>
                  <a:pt x="1684751" y="0"/>
                </a:lnTo>
                <a:lnTo>
                  <a:pt x="1752905" y="125564"/>
                </a:lnTo>
                <a:cubicBezTo>
                  <a:pt x="1799070" y="234710"/>
                  <a:pt x="1824598" y="354710"/>
                  <a:pt x="1824598" y="480672"/>
                </a:cubicBezTo>
                <a:cubicBezTo>
                  <a:pt x="1824598" y="984521"/>
                  <a:pt x="1416148" y="1392971"/>
                  <a:pt x="912299" y="1392971"/>
                </a:cubicBezTo>
                <a:cubicBezTo>
                  <a:pt x="408450" y="1392971"/>
                  <a:pt x="0" y="984521"/>
                  <a:pt x="0" y="480672"/>
                </a:cubicBezTo>
                <a:cubicBezTo>
                  <a:pt x="0" y="354710"/>
                  <a:pt x="25528" y="234710"/>
                  <a:pt x="71693" y="12556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23">
            <a:extLst>
              <a:ext uri="{FF2B5EF4-FFF2-40B4-BE49-F238E27FC236}">
                <a16:creationId xmlns:a16="http://schemas.microsoft.com/office/drawing/2014/main" id="{BDD0B550-942E-F4E9-B09A-16F6C4F00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65666" y="5908181"/>
            <a:ext cx="3046380" cy="949818"/>
          </a:xfrm>
          <a:custGeom>
            <a:avLst/>
            <a:gdLst>
              <a:gd name="connsiteX0" fmla="*/ 1523190 w 3046380"/>
              <a:gd name="connsiteY0" fmla="*/ 0 h 949818"/>
              <a:gd name="connsiteX1" fmla="*/ 3017169 w 3046380"/>
              <a:gd name="connsiteY1" fmla="*/ 889179 h 949818"/>
              <a:gd name="connsiteX2" fmla="*/ 3046380 w 3046380"/>
              <a:gd name="connsiteY2" fmla="*/ 949818 h 949818"/>
              <a:gd name="connsiteX3" fmla="*/ 0 w 3046380"/>
              <a:gd name="connsiteY3" fmla="*/ 949818 h 949818"/>
              <a:gd name="connsiteX4" fmla="*/ 29212 w 3046380"/>
              <a:gd name="connsiteY4" fmla="*/ 889179 h 949818"/>
              <a:gd name="connsiteX5" fmla="*/ 1523190 w 3046380"/>
              <a:gd name="connsiteY5" fmla="*/ 0 h 949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6380" h="949818">
                <a:moveTo>
                  <a:pt x="1523190" y="0"/>
                </a:moveTo>
                <a:cubicBezTo>
                  <a:pt x="2168310" y="0"/>
                  <a:pt x="2729454" y="359544"/>
                  <a:pt x="3017169" y="889179"/>
                </a:cubicBezTo>
                <a:lnTo>
                  <a:pt x="3046380" y="949818"/>
                </a:lnTo>
                <a:lnTo>
                  <a:pt x="0" y="949818"/>
                </a:lnTo>
                <a:lnTo>
                  <a:pt x="29212" y="889179"/>
                </a:lnTo>
                <a:cubicBezTo>
                  <a:pt x="316927" y="359544"/>
                  <a:pt x="878070" y="0"/>
                  <a:pt x="1523190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0450AD-469A-81EC-8D58-093490CDE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948393"/>
            <a:ext cx="420622" cy="420622"/>
          </a:xfrm>
          <a:prstGeom prst="ellipse">
            <a:avLst/>
          </a:prstGeom>
          <a:solidFill>
            <a:schemeClr val="accent1">
              <a:alpha val="3319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2386584"/>
            <a:ext cx="4837176" cy="2103120"/>
          </a:xfrm>
        </p:spPr>
        <p:txBody>
          <a:bodyPr anchor="t" anchorCtr="0">
            <a:normAutofit/>
          </a:bodyPr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A56C6565-B97C-5C01-FA9D-8CF1B20447E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19088" y="1280160"/>
            <a:ext cx="5129784" cy="4261104"/>
          </a:xfrm>
          <a:solidFill>
            <a:schemeClr val="bg1"/>
          </a:solidFill>
          <a:ln w="12700">
            <a:solidFill>
              <a:schemeClr val="bg2">
                <a:lumMod val="90000"/>
              </a:schemeClr>
            </a:solidFill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744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9">
            <a:extLst>
              <a:ext uri="{FF2B5EF4-FFF2-40B4-BE49-F238E27FC236}">
                <a16:creationId xmlns:a16="http://schemas.microsoft.com/office/drawing/2014/main" id="{B016AB6E-3D8A-906E-416F-9B68623EA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2398" y="4482109"/>
            <a:ext cx="5279603" cy="2386909"/>
          </a:xfrm>
          <a:custGeom>
            <a:avLst/>
            <a:gdLst>
              <a:gd name="connsiteX0" fmla="*/ 3601541 w 5279603"/>
              <a:gd name="connsiteY0" fmla="*/ 0 h 2386909"/>
              <a:gd name="connsiteX1" fmla="*/ 5123083 w 5279603"/>
              <a:gd name="connsiteY1" fmla="*/ 307185 h 2386909"/>
              <a:gd name="connsiteX2" fmla="*/ 5279603 w 5279603"/>
              <a:gd name="connsiteY2" fmla="*/ 377947 h 2386909"/>
              <a:gd name="connsiteX3" fmla="*/ 5279603 w 5279603"/>
              <a:gd name="connsiteY3" fmla="*/ 2386909 h 2386909"/>
              <a:gd name="connsiteX4" fmla="*/ 0 w 5279603"/>
              <a:gd name="connsiteY4" fmla="*/ 2386909 h 2386909"/>
              <a:gd name="connsiteX5" fmla="*/ 78053 w 5279603"/>
              <a:gd name="connsiteY5" fmla="*/ 2214261 h 2386909"/>
              <a:gd name="connsiteX6" fmla="*/ 3601541 w 5279603"/>
              <a:gd name="connsiteY6" fmla="*/ 0 h 238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79603" h="2386909">
                <a:moveTo>
                  <a:pt x="3601541" y="0"/>
                </a:moveTo>
                <a:cubicBezTo>
                  <a:pt x="4141255" y="0"/>
                  <a:pt x="4655422" y="109382"/>
                  <a:pt x="5123083" y="307185"/>
                </a:cubicBezTo>
                <a:lnTo>
                  <a:pt x="5279603" y="377947"/>
                </a:lnTo>
                <a:lnTo>
                  <a:pt x="5279603" y="2386909"/>
                </a:lnTo>
                <a:lnTo>
                  <a:pt x="0" y="2386909"/>
                </a:lnTo>
                <a:lnTo>
                  <a:pt x="78053" y="2214261"/>
                </a:lnTo>
                <a:cubicBezTo>
                  <a:pt x="709351" y="904104"/>
                  <a:pt x="2049863" y="0"/>
                  <a:pt x="3601541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471EA21E-8904-9B80-6EAB-BA76819B4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88287" y="5875583"/>
            <a:ext cx="1499066" cy="993434"/>
          </a:xfrm>
          <a:custGeom>
            <a:avLst/>
            <a:gdLst>
              <a:gd name="connsiteX0" fmla="*/ 749533 w 1499066"/>
              <a:gd name="connsiteY0" fmla="*/ 0 h 993434"/>
              <a:gd name="connsiteX1" fmla="*/ 1499066 w 1499066"/>
              <a:gd name="connsiteY1" fmla="*/ 749533 h 993434"/>
              <a:gd name="connsiteX2" fmla="*/ 1483838 w 1499066"/>
              <a:gd name="connsiteY2" fmla="*/ 900590 h 993434"/>
              <a:gd name="connsiteX3" fmla="*/ 1455018 w 1499066"/>
              <a:gd name="connsiteY3" fmla="*/ 993434 h 993434"/>
              <a:gd name="connsiteX4" fmla="*/ 44048 w 1499066"/>
              <a:gd name="connsiteY4" fmla="*/ 993434 h 993434"/>
              <a:gd name="connsiteX5" fmla="*/ 15228 w 1499066"/>
              <a:gd name="connsiteY5" fmla="*/ 900590 h 993434"/>
              <a:gd name="connsiteX6" fmla="*/ 0 w 1499066"/>
              <a:gd name="connsiteY6" fmla="*/ 749533 h 993434"/>
              <a:gd name="connsiteX7" fmla="*/ 749533 w 1499066"/>
              <a:gd name="connsiteY7" fmla="*/ 0 h 99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99066" h="993434">
                <a:moveTo>
                  <a:pt x="749533" y="0"/>
                </a:moveTo>
                <a:cubicBezTo>
                  <a:pt x="1163489" y="0"/>
                  <a:pt x="1499066" y="335577"/>
                  <a:pt x="1499066" y="749533"/>
                </a:cubicBezTo>
                <a:cubicBezTo>
                  <a:pt x="1499066" y="801278"/>
                  <a:pt x="1493823" y="851798"/>
                  <a:pt x="1483838" y="900590"/>
                </a:cubicBezTo>
                <a:lnTo>
                  <a:pt x="1455018" y="993434"/>
                </a:lnTo>
                <a:lnTo>
                  <a:pt x="44048" y="993434"/>
                </a:lnTo>
                <a:lnTo>
                  <a:pt x="15228" y="900590"/>
                </a:lnTo>
                <a:cubicBezTo>
                  <a:pt x="5244" y="851798"/>
                  <a:pt x="0" y="801278"/>
                  <a:pt x="0" y="749533"/>
                </a:cubicBezTo>
                <a:cubicBezTo>
                  <a:pt x="0" y="335577"/>
                  <a:pt x="335577" y="0"/>
                  <a:pt x="749533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AD72A3CF-7B92-425B-B6F6-280533A6D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F4DDC946-276A-D975-DF69-141E11E4CA6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0080" y="2002536"/>
            <a:ext cx="5029200" cy="4096512"/>
          </a:xfrm>
          <a:noFill/>
          <a:ln w="12700">
            <a:noFill/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6" name="Content Placeholder 16">
            <a:extLst>
              <a:ext uri="{FF2B5EF4-FFF2-40B4-BE49-F238E27FC236}">
                <a16:creationId xmlns:a16="http://schemas.microsoft.com/office/drawing/2014/main" id="{09C5826C-6081-DF9F-2832-3E46BA58C61C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19088" y="2002536"/>
            <a:ext cx="5029200" cy="4096512"/>
          </a:xfrm>
          <a:noFill/>
          <a:ln w="12700">
            <a:noFill/>
            <a:prstDash val="dash"/>
          </a:ln>
        </p:spPr>
        <p:txBody>
          <a:bodyPr lIns="91440" rIns="91440">
            <a:noAutofit/>
          </a:bodyPr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>
            <a:noAutofit/>
          </a:bodyPr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CB50393-ACAA-59FB-EDD9-D6A45246E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5824445"/>
            <a:ext cx="735041" cy="73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179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7">
            <a:extLst>
              <a:ext uri="{FF2B5EF4-FFF2-40B4-BE49-F238E27FC236}">
                <a16:creationId xmlns:a16="http://schemas.microsoft.com/office/drawing/2014/main" id="{B85198C3-2E2B-8874-B190-913F6956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34171" y="2087276"/>
            <a:ext cx="3262907" cy="4770723"/>
          </a:xfrm>
          <a:custGeom>
            <a:avLst/>
            <a:gdLst>
              <a:gd name="connsiteX0" fmla="*/ 2635767 w 3262907"/>
              <a:gd name="connsiteY0" fmla="*/ 0 h 4770723"/>
              <a:gd name="connsiteX1" fmla="*/ 3166966 w 3262907"/>
              <a:gd name="connsiteY1" fmla="*/ 53550 h 4770723"/>
              <a:gd name="connsiteX2" fmla="*/ 3262907 w 3262907"/>
              <a:gd name="connsiteY2" fmla="*/ 78219 h 4770723"/>
              <a:gd name="connsiteX3" fmla="*/ 3262907 w 3262907"/>
              <a:gd name="connsiteY3" fmla="*/ 4770723 h 4770723"/>
              <a:gd name="connsiteX4" fmla="*/ 1094334 w 3262907"/>
              <a:gd name="connsiteY4" fmla="*/ 4770723 h 4770723"/>
              <a:gd name="connsiteX5" fmla="*/ 959175 w 3262907"/>
              <a:gd name="connsiteY5" fmla="*/ 4669653 h 4770723"/>
              <a:gd name="connsiteX6" fmla="*/ 0 w 3262907"/>
              <a:gd name="connsiteY6" fmla="*/ 2635767 h 4770723"/>
              <a:gd name="connsiteX7" fmla="*/ 2635767 w 3262907"/>
              <a:gd name="connsiteY7" fmla="*/ 0 h 4770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62907" h="4770723">
                <a:moveTo>
                  <a:pt x="2635767" y="0"/>
                </a:moveTo>
                <a:cubicBezTo>
                  <a:pt x="2817729" y="0"/>
                  <a:pt x="2995384" y="18439"/>
                  <a:pt x="3166966" y="53550"/>
                </a:cubicBezTo>
                <a:lnTo>
                  <a:pt x="3262907" y="78219"/>
                </a:lnTo>
                <a:lnTo>
                  <a:pt x="3262907" y="4770723"/>
                </a:lnTo>
                <a:lnTo>
                  <a:pt x="1094334" y="4770723"/>
                </a:lnTo>
                <a:lnTo>
                  <a:pt x="959175" y="4669653"/>
                </a:lnTo>
                <a:cubicBezTo>
                  <a:pt x="373383" y="4186215"/>
                  <a:pt x="0" y="3454595"/>
                  <a:pt x="0" y="2635767"/>
                </a:cubicBezTo>
                <a:cubicBezTo>
                  <a:pt x="0" y="1180073"/>
                  <a:pt x="1180073" y="0"/>
                  <a:pt x="263576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21">
            <a:extLst>
              <a:ext uri="{FF2B5EF4-FFF2-40B4-BE49-F238E27FC236}">
                <a16:creationId xmlns:a16="http://schemas.microsoft.com/office/drawing/2014/main" id="{9C80863B-5076-EB08-18A2-8E31F090A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0"/>
            <a:ext cx="1824598" cy="1392971"/>
          </a:xfrm>
          <a:custGeom>
            <a:avLst/>
            <a:gdLst>
              <a:gd name="connsiteX0" fmla="*/ 139847 w 1824598"/>
              <a:gd name="connsiteY0" fmla="*/ 0 h 1392971"/>
              <a:gd name="connsiteX1" fmla="*/ 1684751 w 1824598"/>
              <a:gd name="connsiteY1" fmla="*/ 0 h 1392971"/>
              <a:gd name="connsiteX2" fmla="*/ 1752905 w 1824598"/>
              <a:gd name="connsiteY2" fmla="*/ 125564 h 1392971"/>
              <a:gd name="connsiteX3" fmla="*/ 1824598 w 1824598"/>
              <a:gd name="connsiteY3" fmla="*/ 480672 h 1392971"/>
              <a:gd name="connsiteX4" fmla="*/ 912299 w 1824598"/>
              <a:gd name="connsiteY4" fmla="*/ 1392971 h 1392971"/>
              <a:gd name="connsiteX5" fmla="*/ 0 w 1824598"/>
              <a:gd name="connsiteY5" fmla="*/ 480672 h 1392971"/>
              <a:gd name="connsiteX6" fmla="*/ 71693 w 1824598"/>
              <a:gd name="connsiteY6" fmla="*/ 125564 h 139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4598" h="1392971">
                <a:moveTo>
                  <a:pt x="139847" y="0"/>
                </a:moveTo>
                <a:lnTo>
                  <a:pt x="1684751" y="0"/>
                </a:lnTo>
                <a:lnTo>
                  <a:pt x="1752905" y="125564"/>
                </a:lnTo>
                <a:cubicBezTo>
                  <a:pt x="1799070" y="234710"/>
                  <a:pt x="1824598" y="354710"/>
                  <a:pt x="1824598" y="480672"/>
                </a:cubicBezTo>
                <a:cubicBezTo>
                  <a:pt x="1824598" y="984521"/>
                  <a:pt x="1416148" y="1392971"/>
                  <a:pt x="912299" y="1392971"/>
                </a:cubicBezTo>
                <a:cubicBezTo>
                  <a:pt x="408450" y="1392971"/>
                  <a:pt x="0" y="984521"/>
                  <a:pt x="0" y="480672"/>
                </a:cubicBezTo>
                <a:cubicBezTo>
                  <a:pt x="0" y="354710"/>
                  <a:pt x="25528" y="234710"/>
                  <a:pt x="71693" y="12556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23">
            <a:extLst>
              <a:ext uri="{FF2B5EF4-FFF2-40B4-BE49-F238E27FC236}">
                <a16:creationId xmlns:a16="http://schemas.microsoft.com/office/drawing/2014/main" id="{BDD0B550-942E-F4E9-B09A-16F6C4F00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65666" y="5908181"/>
            <a:ext cx="3046380" cy="949818"/>
          </a:xfrm>
          <a:custGeom>
            <a:avLst/>
            <a:gdLst>
              <a:gd name="connsiteX0" fmla="*/ 1523190 w 3046380"/>
              <a:gd name="connsiteY0" fmla="*/ 0 h 949818"/>
              <a:gd name="connsiteX1" fmla="*/ 3017169 w 3046380"/>
              <a:gd name="connsiteY1" fmla="*/ 889179 h 949818"/>
              <a:gd name="connsiteX2" fmla="*/ 3046380 w 3046380"/>
              <a:gd name="connsiteY2" fmla="*/ 949818 h 949818"/>
              <a:gd name="connsiteX3" fmla="*/ 0 w 3046380"/>
              <a:gd name="connsiteY3" fmla="*/ 949818 h 949818"/>
              <a:gd name="connsiteX4" fmla="*/ 29212 w 3046380"/>
              <a:gd name="connsiteY4" fmla="*/ 889179 h 949818"/>
              <a:gd name="connsiteX5" fmla="*/ 1523190 w 3046380"/>
              <a:gd name="connsiteY5" fmla="*/ 0 h 949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6380" h="949818">
                <a:moveTo>
                  <a:pt x="1523190" y="0"/>
                </a:moveTo>
                <a:cubicBezTo>
                  <a:pt x="2168310" y="0"/>
                  <a:pt x="2729454" y="359544"/>
                  <a:pt x="3017169" y="889179"/>
                </a:cubicBezTo>
                <a:lnTo>
                  <a:pt x="3046380" y="949818"/>
                </a:lnTo>
                <a:lnTo>
                  <a:pt x="0" y="949818"/>
                </a:lnTo>
                <a:lnTo>
                  <a:pt x="29212" y="889179"/>
                </a:lnTo>
                <a:cubicBezTo>
                  <a:pt x="316927" y="359544"/>
                  <a:pt x="878070" y="0"/>
                  <a:pt x="1523190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0450AD-469A-81EC-8D58-093490CDE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948393"/>
            <a:ext cx="420622" cy="420622"/>
          </a:xfrm>
          <a:prstGeom prst="ellipse">
            <a:avLst/>
          </a:prstGeom>
          <a:solidFill>
            <a:schemeClr val="accent1">
              <a:alpha val="3319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B5760B73-B111-FFDC-8074-91B4C106EE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208" y="566928"/>
            <a:ext cx="11119104" cy="640080"/>
          </a:xfrm>
        </p:spPr>
        <p:txBody>
          <a:bodyPr anchor="t" anchorCtr="0">
            <a:noAutofit/>
          </a:bodyPr>
          <a:lstStyle>
            <a:lvl1pPr algn="ctr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EAB2424-7563-1DC0-626C-6310A612A5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9C39743-B767-01E5-1998-BD844DD096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6441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7">
            <a:extLst>
              <a:ext uri="{FF2B5EF4-FFF2-40B4-BE49-F238E27FC236}">
                <a16:creationId xmlns:a16="http://schemas.microsoft.com/office/drawing/2014/main" id="{B85198C3-2E2B-8874-B190-913F6956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34171" y="2087276"/>
            <a:ext cx="3262907" cy="4770723"/>
          </a:xfrm>
          <a:custGeom>
            <a:avLst/>
            <a:gdLst>
              <a:gd name="connsiteX0" fmla="*/ 2635767 w 3262907"/>
              <a:gd name="connsiteY0" fmla="*/ 0 h 4770723"/>
              <a:gd name="connsiteX1" fmla="*/ 3166966 w 3262907"/>
              <a:gd name="connsiteY1" fmla="*/ 53550 h 4770723"/>
              <a:gd name="connsiteX2" fmla="*/ 3262907 w 3262907"/>
              <a:gd name="connsiteY2" fmla="*/ 78219 h 4770723"/>
              <a:gd name="connsiteX3" fmla="*/ 3262907 w 3262907"/>
              <a:gd name="connsiteY3" fmla="*/ 4770723 h 4770723"/>
              <a:gd name="connsiteX4" fmla="*/ 1094334 w 3262907"/>
              <a:gd name="connsiteY4" fmla="*/ 4770723 h 4770723"/>
              <a:gd name="connsiteX5" fmla="*/ 959175 w 3262907"/>
              <a:gd name="connsiteY5" fmla="*/ 4669653 h 4770723"/>
              <a:gd name="connsiteX6" fmla="*/ 0 w 3262907"/>
              <a:gd name="connsiteY6" fmla="*/ 2635767 h 4770723"/>
              <a:gd name="connsiteX7" fmla="*/ 2635767 w 3262907"/>
              <a:gd name="connsiteY7" fmla="*/ 0 h 4770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62907" h="4770723">
                <a:moveTo>
                  <a:pt x="2635767" y="0"/>
                </a:moveTo>
                <a:cubicBezTo>
                  <a:pt x="2817729" y="0"/>
                  <a:pt x="2995384" y="18439"/>
                  <a:pt x="3166966" y="53550"/>
                </a:cubicBezTo>
                <a:lnTo>
                  <a:pt x="3262907" y="78219"/>
                </a:lnTo>
                <a:lnTo>
                  <a:pt x="3262907" y="4770723"/>
                </a:lnTo>
                <a:lnTo>
                  <a:pt x="1094334" y="4770723"/>
                </a:lnTo>
                <a:lnTo>
                  <a:pt x="959175" y="4669653"/>
                </a:lnTo>
                <a:cubicBezTo>
                  <a:pt x="373383" y="4186215"/>
                  <a:pt x="0" y="3454595"/>
                  <a:pt x="0" y="2635767"/>
                </a:cubicBezTo>
                <a:cubicBezTo>
                  <a:pt x="0" y="1180073"/>
                  <a:pt x="1180073" y="0"/>
                  <a:pt x="263576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21">
            <a:extLst>
              <a:ext uri="{FF2B5EF4-FFF2-40B4-BE49-F238E27FC236}">
                <a16:creationId xmlns:a16="http://schemas.microsoft.com/office/drawing/2014/main" id="{9C80863B-5076-EB08-18A2-8E31F090A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0"/>
            <a:ext cx="1824598" cy="1392971"/>
          </a:xfrm>
          <a:custGeom>
            <a:avLst/>
            <a:gdLst>
              <a:gd name="connsiteX0" fmla="*/ 139847 w 1824598"/>
              <a:gd name="connsiteY0" fmla="*/ 0 h 1392971"/>
              <a:gd name="connsiteX1" fmla="*/ 1684751 w 1824598"/>
              <a:gd name="connsiteY1" fmla="*/ 0 h 1392971"/>
              <a:gd name="connsiteX2" fmla="*/ 1752905 w 1824598"/>
              <a:gd name="connsiteY2" fmla="*/ 125564 h 1392971"/>
              <a:gd name="connsiteX3" fmla="*/ 1824598 w 1824598"/>
              <a:gd name="connsiteY3" fmla="*/ 480672 h 1392971"/>
              <a:gd name="connsiteX4" fmla="*/ 912299 w 1824598"/>
              <a:gd name="connsiteY4" fmla="*/ 1392971 h 1392971"/>
              <a:gd name="connsiteX5" fmla="*/ 0 w 1824598"/>
              <a:gd name="connsiteY5" fmla="*/ 480672 h 1392971"/>
              <a:gd name="connsiteX6" fmla="*/ 71693 w 1824598"/>
              <a:gd name="connsiteY6" fmla="*/ 125564 h 139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4598" h="1392971">
                <a:moveTo>
                  <a:pt x="139847" y="0"/>
                </a:moveTo>
                <a:lnTo>
                  <a:pt x="1684751" y="0"/>
                </a:lnTo>
                <a:lnTo>
                  <a:pt x="1752905" y="125564"/>
                </a:lnTo>
                <a:cubicBezTo>
                  <a:pt x="1799070" y="234710"/>
                  <a:pt x="1824598" y="354710"/>
                  <a:pt x="1824598" y="480672"/>
                </a:cubicBezTo>
                <a:cubicBezTo>
                  <a:pt x="1824598" y="984521"/>
                  <a:pt x="1416148" y="1392971"/>
                  <a:pt x="912299" y="1392971"/>
                </a:cubicBezTo>
                <a:cubicBezTo>
                  <a:pt x="408450" y="1392971"/>
                  <a:pt x="0" y="984521"/>
                  <a:pt x="0" y="480672"/>
                </a:cubicBezTo>
                <a:cubicBezTo>
                  <a:pt x="0" y="354710"/>
                  <a:pt x="25528" y="234710"/>
                  <a:pt x="71693" y="12556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23">
            <a:extLst>
              <a:ext uri="{FF2B5EF4-FFF2-40B4-BE49-F238E27FC236}">
                <a16:creationId xmlns:a16="http://schemas.microsoft.com/office/drawing/2014/main" id="{BDD0B550-942E-F4E9-B09A-16F6C4F00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65666" y="5908181"/>
            <a:ext cx="3046380" cy="949818"/>
          </a:xfrm>
          <a:custGeom>
            <a:avLst/>
            <a:gdLst>
              <a:gd name="connsiteX0" fmla="*/ 1523190 w 3046380"/>
              <a:gd name="connsiteY0" fmla="*/ 0 h 949818"/>
              <a:gd name="connsiteX1" fmla="*/ 3017169 w 3046380"/>
              <a:gd name="connsiteY1" fmla="*/ 889179 h 949818"/>
              <a:gd name="connsiteX2" fmla="*/ 3046380 w 3046380"/>
              <a:gd name="connsiteY2" fmla="*/ 949818 h 949818"/>
              <a:gd name="connsiteX3" fmla="*/ 0 w 3046380"/>
              <a:gd name="connsiteY3" fmla="*/ 949818 h 949818"/>
              <a:gd name="connsiteX4" fmla="*/ 29212 w 3046380"/>
              <a:gd name="connsiteY4" fmla="*/ 889179 h 949818"/>
              <a:gd name="connsiteX5" fmla="*/ 1523190 w 3046380"/>
              <a:gd name="connsiteY5" fmla="*/ 0 h 949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46380" h="949818">
                <a:moveTo>
                  <a:pt x="1523190" y="0"/>
                </a:moveTo>
                <a:cubicBezTo>
                  <a:pt x="2168310" y="0"/>
                  <a:pt x="2729454" y="359544"/>
                  <a:pt x="3017169" y="889179"/>
                </a:cubicBezTo>
                <a:lnTo>
                  <a:pt x="3046380" y="949818"/>
                </a:lnTo>
                <a:lnTo>
                  <a:pt x="0" y="949818"/>
                </a:lnTo>
                <a:lnTo>
                  <a:pt x="29212" y="889179"/>
                </a:lnTo>
                <a:cubicBezTo>
                  <a:pt x="316927" y="359544"/>
                  <a:pt x="878070" y="0"/>
                  <a:pt x="1523190" y="0"/>
                </a:cubicBez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0450AD-469A-81EC-8D58-093490CDE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7021" y="948393"/>
            <a:ext cx="420622" cy="420622"/>
          </a:xfrm>
          <a:prstGeom prst="ellipse">
            <a:avLst/>
          </a:prstGeom>
          <a:solidFill>
            <a:schemeClr val="accent1">
              <a:alpha val="3319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933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2">
          <p15:clr>
            <a:srgbClr val="FBAE40"/>
          </p15:clr>
        </p15:guide>
        <p15:guide id="2" pos="33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9496" y="61264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7112" y="6190487"/>
            <a:ext cx="2743200" cy="3657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1BC2EDA-D519-4F34-BF3F-BFFF500F4B0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362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99000">
              <a:srgbClr val="FDFFFE"/>
            </a:gs>
            <a:gs pos="66000">
              <a:srgbClr val="F3FFFF"/>
            </a:gs>
            <a:gs pos="37992">
              <a:srgbClr val="FFFFFF"/>
            </a:gs>
            <a:gs pos="5000">
              <a:srgbClr val="EAFCFE"/>
            </a:gs>
          </a:gsLst>
          <a:lin ang="17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9E9CFE-1820-51D6-3F5B-5FD2FCD3B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4644" y="2903438"/>
            <a:ext cx="4590288" cy="1764792"/>
          </a:xfrm>
        </p:spPr>
        <p:txBody>
          <a:bodyPr/>
          <a:lstStyle/>
          <a:p>
            <a:r>
              <a:rPr lang="en-US" dirty="0"/>
              <a:t>React Native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206CBE-C674-3551-5529-A3CDA0D6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1479906"/>
            <a:ext cx="3537857" cy="407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875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39258-247D-2F1F-6517-CEED1D2A4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48" y="441684"/>
            <a:ext cx="11119104" cy="640080"/>
          </a:xfrm>
        </p:spPr>
        <p:txBody>
          <a:bodyPr/>
          <a:lstStyle/>
          <a:p>
            <a:r>
              <a:rPr lang="en-IN" dirty="0"/>
              <a:t>React Native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ABDEA9-00D6-7E54-7E0D-6CBB2823DC1C}"/>
              </a:ext>
            </a:extLst>
          </p:cNvPr>
          <p:cNvSpPr txBox="1"/>
          <p:nvPr/>
        </p:nvSpPr>
        <p:spPr>
          <a:xfrm>
            <a:off x="1073102" y="1524686"/>
            <a:ext cx="1019991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React Native is an open-source mobile application development framework.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Developed by Meta (Facebook) and released in 2015.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Used to build cross-platform mobile applications for Android and iOS.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Uses JavaScript or TypeScript along with the React library.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Allows developers to create mobile apps using a single codebase for multiple platforms.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Uses native UI components to provide a native-like user experience.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Supports component-based architecture, making applications modular, reusable, and easier to maintain.</a:t>
            </a:r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endParaRPr lang="en-IN" sz="1100" dirty="0"/>
          </a:p>
          <a:p>
            <a:pPr marL="342900" lvl="0" indent="-342900" algn="just">
              <a:buFont typeface="Wingdings" panose="05000000000000000000" pitchFamily="2" charset="2"/>
              <a:buChar char="ü"/>
            </a:pPr>
            <a:r>
              <a:rPr lang="en-IN" sz="2000" dirty="0"/>
              <a:t>Reduces development time and effort compared to building separate native applications.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991305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4FDB8-EF85-3BC3-968E-AFC46BF51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5475F-CDE8-CF2D-0E89-B008916EF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48" y="441684"/>
            <a:ext cx="11119104" cy="640080"/>
          </a:xfrm>
        </p:spPr>
        <p:txBody>
          <a:bodyPr/>
          <a:lstStyle/>
          <a:p>
            <a:r>
              <a:rPr lang="en-IN" dirty="0"/>
              <a:t>Features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FC6862-C97C-6BA2-49BC-DDCC6E7E1390}"/>
              </a:ext>
            </a:extLst>
          </p:cNvPr>
          <p:cNvSpPr txBox="1"/>
          <p:nvPr/>
        </p:nvSpPr>
        <p:spPr>
          <a:xfrm>
            <a:off x="1640030" y="1177214"/>
            <a:ext cx="10199915" cy="4651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Cross-platform development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Single codebase for Android and iOS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JavaScript/TypeScript support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Reusable components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Fast Refresh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Component-based architecture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Code reusability 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Third-party library support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Good performance</a:t>
            </a:r>
          </a:p>
          <a:p>
            <a:pPr marL="342900" lvl="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000" dirty="0"/>
              <a:t>Large developer community</a:t>
            </a:r>
          </a:p>
        </p:txBody>
      </p:sp>
    </p:spTree>
    <p:extLst>
      <p:ext uri="{BB962C8B-B14F-4D97-AF65-F5344CB8AC3E}">
        <p14:creationId xmlns:p14="http://schemas.microsoft.com/office/powerpoint/2010/main" val="1726468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FDFFFE"/>
            </a:gs>
            <a:gs pos="66020">
              <a:srgbClr val="F3FFFF"/>
            </a:gs>
            <a:gs pos="37992">
              <a:srgbClr val="FFFFFF"/>
            </a:gs>
            <a:gs pos="7000">
              <a:srgbClr val="EAFCFE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F6731-6DB9-4A9F-1DFF-AAFDE05A3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566928"/>
            <a:ext cx="11119104" cy="640080"/>
          </a:xfrm>
        </p:spPr>
        <p:txBody>
          <a:bodyPr/>
          <a:lstStyle/>
          <a:p>
            <a:r>
              <a:rPr lang="en-US" dirty="0"/>
              <a:t>Basic Components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0F4DABC-776E-129B-FA8C-661326A791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5508" y="1485682"/>
            <a:ext cx="10441577" cy="4805390"/>
          </a:xfrm>
        </p:spPr>
        <p:txBody>
          <a:bodyPr/>
          <a:lstStyle/>
          <a:p>
            <a:r>
              <a:rPr lang="en-US" sz="2400" b="1" dirty="0">
                <a:latin typeface="Abadi" panose="020B0604020104020204" pitchFamily="34" charset="0"/>
              </a:rPr>
              <a:t>1. View </a:t>
            </a:r>
            <a:r>
              <a:rPr lang="en-US" sz="2400" dirty="0">
                <a:latin typeface="Abadi" panose="020B0604020104020204" pitchFamily="34" charset="0"/>
              </a:rPr>
              <a:t>: View is like a div in React web. It is a fundamental container used to group, organize, and style other components.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2. Text </a:t>
            </a:r>
            <a:r>
              <a:rPr lang="en-US" sz="2400" dirty="0">
                <a:latin typeface="Abadi" panose="020B0604020104020204" pitchFamily="34" charset="0"/>
              </a:rPr>
              <a:t>: Text is used to display text content. It supports text styling, nesting, and text-related interactions.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3. </a:t>
            </a:r>
            <a:r>
              <a:rPr lang="en-US" sz="2400" b="1" dirty="0" err="1">
                <a:latin typeface="Abadi" panose="020B0604020104020204" pitchFamily="34" charset="0"/>
              </a:rPr>
              <a:t>ScrollView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ScrollView</a:t>
            </a:r>
            <a:r>
              <a:rPr lang="en-US" sz="2400" dirty="0">
                <a:latin typeface="Abadi" panose="020B0604020104020204" pitchFamily="34" charset="0"/>
              </a:rPr>
              <a:t> is a container that allows users to scroll through content vertically or horizontally. It is suitable for a limited amount of content.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4. </a:t>
            </a:r>
            <a:r>
              <a:rPr lang="en-US" sz="2400" b="1" dirty="0" err="1">
                <a:latin typeface="Abadi" panose="020B0604020104020204" pitchFamily="34" charset="0"/>
              </a:rPr>
              <a:t>SafeAreaView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SafeAreaView</a:t>
            </a:r>
            <a:r>
              <a:rPr lang="en-US" sz="2400" dirty="0">
                <a:latin typeface="Abadi" panose="020B0604020104020204" pitchFamily="34" charset="0"/>
              </a:rPr>
              <a:t> is a legacy core component that helps keep content away from certain unsafe screen areas, such as notches. For modern apps, react-native-safe-area-context is generally preferred.</a:t>
            </a:r>
          </a:p>
        </p:txBody>
      </p:sp>
      <p:sp>
        <p:nvSpPr>
          <p:cNvPr id="20" name="Footer Placeholder 6">
            <a:extLst>
              <a:ext uri="{FF2B5EF4-FFF2-40B4-BE49-F238E27FC236}">
                <a16:creationId xmlns:a16="http://schemas.microsoft.com/office/drawing/2014/main" id="{598BA341-ADB8-3FDF-0570-1181EA5B719D}"/>
              </a:ext>
            </a:extLst>
          </p:cNvPr>
          <p:cNvSpPr txBox="1">
            <a:spLocks/>
          </p:cNvSpPr>
          <p:nvPr/>
        </p:nvSpPr>
        <p:spPr>
          <a:xfrm>
            <a:off x="540438" y="6125019"/>
            <a:ext cx="4114800" cy="3651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BE71C81B-D2D7-0980-5857-B1C98347E578}"/>
              </a:ext>
            </a:extLst>
          </p:cNvPr>
          <p:cNvSpPr txBox="1">
            <a:spLocks/>
          </p:cNvSpPr>
          <p:nvPr/>
        </p:nvSpPr>
        <p:spPr>
          <a:xfrm>
            <a:off x="8894343" y="6194361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94A09A9-5501-47C1-A89A-A340965A2BE2}" type="slidenum">
              <a:rPr lang="en-US" sz="1400" smtClean="0">
                <a:solidFill>
                  <a:schemeClr val="bg2">
                    <a:lumMod val="50000"/>
                  </a:schemeClr>
                </a:solidFill>
                <a:cs typeface="Segoe UI" panose="020B0502040204020203" pitchFamily="34" charset="0"/>
              </a:rPr>
              <a:pPr algn="r"/>
              <a:t>4</a:t>
            </a:fld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328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DD33-4852-645E-8B62-E9C04506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77B6C-7541-8BF3-9244-8D81D0676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566928"/>
            <a:ext cx="11119104" cy="640080"/>
          </a:xfrm>
        </p:spPr>
        <p:txBody>
          <a:bodyPr/>
          <a:lstStyle/>
          <a:p>
            <a:r>
              <a:rPr lang="en-US" dirty="0"/>
              <a:t>Basic Components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72A8A8-B316-986B-0C06-D627BE09AF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5508" y="1485682"/>
            <a:ext cx="10441577" cy="4805390"/>
          </a:xfrm>
        </p:spPr>
        <p:txBody>
          <a:bodyPr/>
          <a:lstStyle/>
          <a:p>
            <a:r>
              <a:rPr lang="en-US" sz="2400" b="1" dirty="0">
                <a:latin typeface="Abadi" panose="020B0604020104020204" pitchFamily="34" charset="0"/>
              </a:rPr>
              <a:t>5. Button </a:t>
            </a:r>
            <a:r>
              <a:rPr lang="en-US" sz="2400" dirty="0">
                <a:latin typeface="Abadi" panose="020B0604020104020204" pitchFamily="34" charset="0"/>
              </a:rPr>
              <a:t>: Button is a basic component used to perform an action when pressed. It has limited styling options.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6. Pressable </a:t>
            </a:r>
            <a:r>
              <a:rPr lang="en-US" sz="2400" dirty="0">
                <a:latin typeface="Abadi" panose="020B0604020104020204" pitchFamily="34" charset="0"/>
              </a:rPr>
              <a:t>: Pressable is used to detect press interactions. Unlike Button, it allows complete customization of its appearance and press states.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7. </a:t>
            </a:r>
            <a:r>
              <a:rPr lang="en-US" sz="2400" b="1" dirty="0" err="1">
                <a:latin typeface="Abadi" panose="020B0604020104020204" pitchFamily="34" charset="0"/>
              </a:rPr>
              <a:t>TextInput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TextInput</a:t>
            </a:r>
            <a:r>
              <a:rPr lang="en-US" sz="2400" dirty="0">
                <a:latin typeface="Abadi" panose="020B0604020104020204" pitchFamily="34" charset="0"/>
              </a:rPr>
              <a:t> is like the HTML input element. It allows users to enter text, passwords, emails, and other input values.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8. </a:t>
            </a:r>
            <a:r>
              <a:rPr lang="en-US" sz="2400" b="1" dirty="0" err="1">
                <a:latin typeface="Abadi" panose="020B0604020104020204" pitchFamily="34" charset="0"/>
              </a:rPr>
              <a:t>TouchableOpacity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TouchableOpacity</a:t>
            </a:r>
            <a:r>
              <a:rPr lang="en-US" sz="2400" dirty="0">
                <a:latin typeface="Abadi" panose="020B0604020104020204" pitchFamily="34" charset="0"/>
              </a:rPr>
              <a:t> detects touch events and reduces the opacity of its children while pressed, providing visual feedback. Pressable is usually preferred for new implementations.</a:t>
            </a:r>
          </a:p>
        </p:txBody>
      </p:sp>
      <p:sp>
        <p:nvSpPr>
          <p:cNvPr id="20" name="Footer Placeholder 6">
            <a:extLst>
              <a:ext uri="{FF2B5EF4-FFF2-40B4-BE49-F238E27FC236}">
                <a16:creationId xmlns:a16="http://schemas.microsoft.com/office/drawing/2014/main" id="{E198EBB9-721F-1801-714D-D943CE0914BB}"/>
              </a:ext>
            </a:extLst>
          </p:cNvPr>
          <p:cNvSpPr txBox="1">
            <a:spLocks/>
          </p:cNvSpPr>
          <p:nvPr/>
        </p:nvSpPr>
        <p:spPr>
          <a:xfrm>
            <a:off x="540438" y="6125019"/>
            <a:ext cx="4114800" cy="3651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CB91F7CF-69E9-0C30-890E-33E3BD49F49A}"/>
              </a:ext>
            </a:extLst>
          </p:cNvPr>
          <p:cNvSpPr txBox="1">
            <a:spLocks/>
          </p:cNvSpPr>
          <p:nvPr/>
        </p:nvSpPr>
        <p:spPr>
          <a:xfrm>
            <a:off x="8894343" y="6194361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94A09A9-5501-47C1-A89A-A340965A2BE2}" type="slidenum">
              <a:rPr lang="en-US" sz="1400" smtClean="0">
                <a:solidFill>
                  <a:schemeClr val="bg2">
                    <a:lumMod val="50000"/>
                  </a:schemeClr>
                </a:solidFill>
                <a:cs typeface="Segoe UI" panose="020B0502040204020203" pitchFamily="34" charset="0"/>
              </a:rPr>
              <a:pPr algn="r"/>
              <a:t>5</a:t>
            </a:fld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010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376D3-0687-9F61-F348-D8FF15484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72616-CB69-9E8A-AC4F-E5BB1CDBD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566928"/>
            <a:ext cx="11119104" cy="640080"/>
          </a:xfrm>
        </p:spPr>
        <p:txBody>
          <a:bodyPr/>
          <a:lstStyle/>
          <a:p>
            <a:r>
              <a:rPr lang="en-US" dirty="0"/>
              <a:t>Basic Components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65773B2-E58F-0144-C19A-D4E83E4643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5508" y="1485682"/>
            <a:ext cx="10441577" cy="4805390"/>
          </a:xfrm>
        </p:spPr>
        <p:txBody>
          <a:bodyPr/>
          <a:lstStyle/>
          <a:p>
            <a:r>
              <a:rPr lang="en-US" sz="2400" b="1" dirty="0">
                <a:latin typeface="Abadi" panose="020B0604020104020204" pitchFamily="34" charset="0"/>
              </a:rPr>
              <a:t>9. Image </a:t>
            </a:r>
            <a:r>
              <a:rPr lang="en-US" sz="2400" dirty="0">
                <a:latin typeface="Abadi" panose="020B0604020104020204" pitchFamily="34" charset="0"/>
              </a:rPr>
              <a:t>: Image is used to display images from local assets or remote URLs.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10. </a:t>
            </a:r>
            <a:r>
              <a:rPr lang="en-US" sz="2400" b="1" dirty="0" err="1">
                <a:latin typeface="Abadi" panose="020B0604020104020204" pitchFamily="34" charset="0"/>
              </a:rPr>
              <a:t>FlatList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FlatList</a:t>
            </a:r>
            <a:r>
              <a:rPr lang="en-US" sz="2400" dirty="0">
                <a:latin typeface="Abadi" panose="020B0604020104020204" pitchFamily="34" charset="0"/>
              </a:rPr>
              <a:t> efficiently renders large or dynamic lists by rendering items as needed, instead of rendering every item at once.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11. </a:t>
            </a:r>
            <a:r>
              <a:rPr lang="en-US" sz="2400" b="1" dirty="0" err="1">
                <a:latin typeface="Abadi" panose="020B0604020104020204" pitchFamily="34" charset="0"/>
              </a:rPr>
              <a:t>ActivityIndicator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ActivityIndicator</a:t>
            </a:r>
            <a:r>
              <a:rPr lang="en-US" sz="2400" dirty="0">
                <a:latin typeface="Abadi" panose="020B0604020104020204" pitchFamily="34" charset="0"/>
              </a:rPr>
              <a:t> displays a loading spinner while some task is running, such as fetching data from an API.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12. </a:t>
            </a:r>
            <a:r>
              <a:rPr lang="en-US" sz="2400" b="1" dirty="0" err="1">
                <a:latin typeface="Abadi" panose="020B0604020104020204" pitchFamily="34" charset="0"/>
              </a:rPr>
              <a:t>StatusBar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: </a:t>
            </a:r>
            <a:r>
              <a:rPr lang="en-US" sz="2400" dirty="0" err="1">
                <a:latin typeface="Abadi" panose="020B0604020104020204" pitchFamily="34" charset="0"/>
              </a:rPr>
              <a:t>StatusBar</a:t>
            </a:r>
            <a:r>
              <a:rPr lang="en-US" sz="2400" dirty="0">
                <a:latin typeface="Abadi" panose="020B0604020104020204" pitchFamily="34" charset="0"/>
              </a:rPr>
              <a:t> controls the appearance of the device status bar, including its text and background appearance, subject to platform limitations.</a:t>
            </a:r>
          </a:p>
          <a:p>
            <a:endParaRPr lang="en-US" sz="2400" dirty="0">
              <a:latin typeface="Abadi" panose="020B0604020104020204" pitchFamily="34" charset="0"/>
            </a:endParaRPr>
          </a:p>
          <a:p>
            <a:endParaRPr lang="en-US" sz="2400" dirty="0">
              <a:latin typeface="Abadi" panose="020B0604020104020204" pitchFamily="34" charset="0"/>
            </a:endParaRPr>
          </a:p>
        </p:txBody>
      </p:sp>
      <p:sp>
        <p:nvSpPr>
          <p:cNvPr id="20" name="Footer Placeholder 6">
            <a:extLst>
              <a:ext uri="{FF2B5EF4-FFF2-40B4-BE49-F238E27FC236}">
                <a16:creationId xmlns:a16="http://schemas.microsoft.com/office/drawing/2014/main" id="{EC71939C-2DAC-6566-F6AC-0EE880339E7A}"/>
              </a:ext>
            </a:extLst>
          </p:cNvPr>
          <p:cNvSpPr txBox="1">
            <a:spLocks/>
          </p:cNvSpPr>
          <p:nvPr/>
        </p:nvSpPr>
        <p:spPr>
          <a:xfrm>
            <a:off x="540438" y="6125019"/>
            <a:ext cx="4114800" cy="3651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  <p:sp>
        <p:nvSpPr>
          <p:cNvPr id="19" name="Slide Number Placeholder 7">
            <a:extLst>
              <a:ext uri="{FF2B5EF4-FFF2-40B4-BE49-F238E27FC236}">
                <a16:creationId xmlns:a16="http://schemas.microsoft.com/office/drawing/2014/main" id="{A2B372AB-A4A3-DB8F-89FE-6C9AB3E62B7D}"/>
              </a:ext>
            </a:extLst>
          </p:cNvPr>
          <p:cNvSpPr txBox="1">
            <a:spLocks/>
          </p:cNvSpPr>
          <p:nvPr/>
        </p:nvSpPr>
        <p:spPr>
          <a:xfrm>
            <a:off x="8894343" y="6194361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94A09A9-5501-47C1-A89A-A340965A2BE2}" type="slidenum">
              <a:rPr lang="en-US" sz="1400" smtClean="0">
                <a:solidFill>
                  <a:schemeClr val="bg2">
                    <a:lumMod val="50000"/>
                  </a:schemeClr>
                </a:solidFill>
                <a:cs typeface="Segoe UI" panose="020B0502040204020203" pitchFamily="34" charset="0"/>
              </a:rPr>
              <a:pPr algn="r"/>
              <a:t>6</a:t>
            </a:fld>
            <a:endParaRPr lang="en-US" sz="1400" dirty="0">
              <a:solidFill>
                <a:schemeClr val="bg2">
                  <a:lumMod val="50000"/>
                </a:schemeClr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465218"/>
      </p:ext>
    </p:extLst>
  </p:cSld>
  <p:clrMapOvr>
    <a:masterClrMapping/>
  </p:clrMapOvr>
</p:sld>
</file>

<file path=ppt/theme/theme1.xml><?xml version="1.0" encoding="utf-8"?>
<a:theme xmlns:a="http://schemas.openxmlformats.org/drawingml/2006/main" name="powerpoint tutorial">
  <a:themeElements>
    <a:clrScheme name="Custom 27">
      <a:dk1>
        <a:srgbClr val="000000"/>
      </a:dk1>
      <a:lt1>
        <a:srgbClr val="FFFFFF"/>
      </a:lt1>
      <a:dk2>
        <a:srgbClr val="005F73"/>
      </a:dk2>
      <a:lt2>
        <a:srgbClr val="E7E6E6"/>
      </a:lt2>
      <a:accent1>
        <a:srgbClr val="6A205F"/>
      </a:accent1>
      <a:accent2>
        <a:srgbClr val="C74F66"/>
      </a:accent2>
      <a:accent3>
        <a:srgbClr val="C40C67"/>
      </a:accent3>
      <a:accent4>
        <a:srgbClr val="FF7675"/>
      </a:accent4>
      <a:accent5>
        <a:srgbClr val="0696D0"/>
      </a:accent5>
      <a:accent6>
        <a:srgbClr val="360070"/>
      </a:accent6>
      <a:hlink>
        <a:srgbClr val="0563C1"/>
      </a:hlink>
      <a:folHlink>
        <a:srgbClr val="954F72"/>
      </a:folHlink>
    </a:clrScheme>
    <a:fontScheme name="Custom 92">
      <a:majorFont>
        <a:latin typeface="Segoe UI Semibold"/>
        <a:ea typeface=""/>
        <a:cs typeface=""/>
      </a:majorFont>
      <a:minorFont>
        <a:latin typeface="Segoe UI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3161501_Feeling overwhelmed_wac_SL_V2" id="{54A04B33-ABA9-48E3-837F-F7D8E1BC9C01}" vid="{4FC7F71D-D20D-44FB-9BA9-EEFEE62253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D4A114-614A-4F21-A975-61444CD3CFA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DD100F2-74DD-462C-BBFE-2504278ADF72}">
  <ds:schemaRefs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purl.org/dc/dcmitype/"/>
    <ds:schemaRef ds:uri="230e9df3-be65-4c73-a93b-d1236ebd677e"/>
    <ds:schemaRef ds:uri="http://schemas.microsoft.com/office/2006/documentManagement/types"/>
    <ds:schemaRef ds:uri="16c05727-aa75-4e4a-9b5f-8a80a1165891"/>
    <ds:schemaRef ds:uri="http://schemas.microsoft.com/office/2006/metadata/properties"/>
    <ds:schemaRef ds:uri="http://purl.org/dc/elements/1.1/"/>
    <ds:schemaRef ds:uri="71af3243-3dd4-4a8d-8c0d-dd76da1f02a5"/>
    <ds:schemaRef ds:uri="http://schemas.microsoft.com/sharepoint/v3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F3CF614-6894-4A97-80E5-9F658EA3AF0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Feeling overwhelmed</Template>
  <TotalTime>291</TotalTime>
  <Words>450</Words>
  <Application>Microsoft Office PowerPoint</Application>
  <PresentationFormat>Widescreen</PresentationFormat>
  <Paragraphs>56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Abadi</vt:lpstr>
      <vt:lpstr>Arial</vt:lpstr>
      <vt:lpstr>Calibri</vt:lpstr>
      <vt:lpstr>Segoe UI</vt:lpstr>
      <vt:lpstr>Segoe UI </vt:lpstr>
      <vt:lpstr>Segoe UI Semibold</vt:lpstr>
      <vt:lpstr>Wingdings</vt:lpstr>
      <vt:lpstr>powerpoint tutorial</vt:lpstr>
      <vt:lpstr>React Native</vt:lpstr>
      <vt:lpstr>React Native</vt:lpstr>
      <vt:lpstr>Features</vt:lpstr>
      <vt:lpstr>Basic Components</vt:lpstr>
      <vt:lpstr>Basic Components</vt:lpstr>
      <vt:lpstr>Basic 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Pranav Shilavane</dc:creator>
  <cp:lastModifiedBy>Pranav Shilavane</cp:lastModifiedBy>
  <cp:revision>2</cp:revision>
  <dcterms:created xsi:type="dcterms:W3CDTF">2026-10-01T08:39:49Z</dcterms:created>
  <dcterms:modified xsi:type="dcterms:W3CDTF">2026-10-03T12:08:05Z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