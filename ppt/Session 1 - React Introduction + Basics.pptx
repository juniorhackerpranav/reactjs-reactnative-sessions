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1" r:id="rId5"/>
    <p:sldId id="3851" r:id="rId6"/>
    <p:sldId id="3852" r:id="rId7"/>
    <p:sldId id="3853" r:id="rId8"/>
    <p:sldId id="3854" r:id="rId9"/>
    <p:sldId id="3855" r:id="rId10"/>
    <p:sldId id="3856" r:id="rId11"/>
    <p:sldId id="3857" r:id="rId12"/>
    <p:sldId id="3858" r:id="rId13"/>
    <p:sldId id="38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5507B9-F912-4FF5-B089-234BBDD94B3B}" v="53" dt="2026-08-03T10:18:48.112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v Shilavane" userId="61f1dc42-db97-4511-a157-e66c79254530" providerId="ADAL" clId="{C1A77A8C-4932-4059-AD0B-7B941372252B}"/>
    <pc:docChg chg="undo redo custSel addSld delSld modSld">
      <pc:chgData name="Pranav Shilavane" userId="61f1dc42-db97-4511-a157-e66c79254530" providerId="ADAL" clId="{C1A77A8C-4932-4059-AD0B-7B941372252B}" dt="2026-08-03T10:21:52.896" v="1157" actId="15"/>
      <pc:docMkLst>
        <pc:docMk/>
      </pc:docMkLst>
      <pc:sldChg chg="addSp delSp modSp mod">
        <pc:chgData name="Pranav Shilavane" userId="61f1dc42-db97-4511-a157-e66c79254530" providerId="ADAL" clId="{C1A77A8C-4932-4059-AD0B-7B941372252B}" dt="2026-08-03T10:21:52.896" v="1157" actId="15"/>
        <pc:sldMkLst>
          <pc:docMk/>
          <pc:sldMk cId="3666674671" sldId="261"/>
        </pc:sldMkLst>
        <pc:spChg chg="mod">
          <ac:chgData name="Pranav Shilavane" userId="61f1dc42-db97-4511-a157-e66c79254530" providerId="ADAL" clId="{C1A77A8C-4932-4059-AD0B-7B941372252B}" dt="2026-08-01T03:03:34.843" v="211" actId="20577"/>
          <ac:spMkLst>
            <pc:docMk/>
            <pc:sldMk cId="3666674671" sldId="261"/>
            <ac:spMk id="2" creationId="{9635F5E3-2B1C-7C0A-8581-67A9052D13AA}"/>
          </ac:spMkLst>
        </pc:spChg>
        <pc:spChg chg="add mod">
          <ac:chgData name="Pranav Shilavane" userId="61f1dc42-db97-4511-a157-e66c79254530" providerId="ADAL" clId="{C1A77A8C-4932-4059-AD0B-7B941372252B}" dt="2026-08-03T10:21:52.896" v="1157" actId="15"/>
          <ac:spMkLst>
            <pc:docMk/>
            <pc:sldMk cId="3666674671" sldId="261"/>
            <ac:spMk id="4" creationId="{76ED75B5-DDCA-2831-DE07-1A36D84F79AD}"/>
          </ac:spMkLst>
        </pc:spChg>
      </pc:sldChg>
      <pc:sldChg chg="addSp delSp modSp del mod">
        <pc:chgData name="Pranav Shilavane" userId="61f1dc42-db97-4511-a157-e66c79254530" providerId="ADAL" clId="{C1A77A8C-4932-4059-AD0B-7B941372252B}" dt="2026-08-03T10:15:08.615" v="1110" actId="47"/>
        <pc:sldMkLst>
          <pc:docMk/>
          <pc:sldMk cId="729609147" sldId="265"/>
        </pc:sldMkLst>
      </pc:sldChg>
      <pc:sldChg chg="addSp delSp modSp mod">
        <pc:chgData name="Pranav Shilavane" userId="61f1dc42-db97-4511-a157-e66c79254530" providerId="ADAL" clId="{C1A77A8C-4932-4059-AD0B-7B941372252B}" dt="2026-08-03T10:02:00.509" v="888" actId="1036"/>
        <pc:sldMkLst>
          <pc:docMk/>
          <pc:sldMk cId="1127649784" sldId="3851"/>
        </pc:sldMkLst>
        <pc:spChg chg="mod">
          <ac:chgData name="Pranav Shilavane" userId="61f1dc42-db97-4511-a157-e66c79254530" providerId="ADAL" clId="{C1A77A8C-4932-4059-AD0B-7B941372252B}" dt="2026-08-03T09:58:34.081" v="800" actId="20577"/>
          <ac:spMkLst>
            <pc:docMk/>
            <pc:sldMk cId="1127649784" sldId="3851"/>
            <ac:spMk id="2" creationId="{47A9874B-BCA9-8420-1595-EDD1865A099A}"/>
          </ac:spMkLst>
        </pc:spChg>
        <pc:spChg chg="add del mod">
          <ac:chgData name="Pranav Shilavane" userId="61f1dc42-db97-4511-a157-e66c79254530" providerId="ADAL" clId="{C1A77A8C-4932-4059-AD0B-7B941372252B}" dt="2026-08-03T09:58:21.294" v="793" actId="478"/>
          <ac:spMkLst>
            <pc:docMk/>
            <pc:sldMk cId="1127649784" sldId="3851"/>
            <ac:spMk id="3" creationId="{68A5FD2B-E3E5-1C2B-0151-21F216B14A33}"/>
          </ac:spMkLst>
        </pc:spChg>
        <pc:spChg chg="add del mod">
          <ac:chgData name="Pranav Shilavane" userId="61f1dc42-db97-4511-a157-e66c79254530" providerId="ADAL" clId="{C1A77A8C-4932-4059-AD0B-7B941372252B}" dt="2026-08-03T09:58:19.730" v="792" actId="478"/>
          <ac:spMkLst>
            <pc:docMk/>
            <pc:sldMk cId="1127649784" sldId="3851"/>
            <ac:spMk id="5" creationId="{033B9EB0-A58B-711A-33BB-6E7FA7C76F46}"/>
          </ac:spMkLst>
        </pc:spChg>
        <pc:spChg chg="add mod">
          <ac:chgData name="Pranav Shilavane" userId="61f1dc42-db97-4511-a157-e66c79254530" providerId="ADAL" clId="{C1A77A8C-4932-4059-AD0B-7B941372252B}" dt="2026-08-03T10:02:00.509" v="888" actId="1036"/>
          <ac:spMkLst>
            <pc:docMk/>
            <pc:sldMk cId="1127649784" sldId="3851"/>
            <ac:spMk id="7" creationId="{1F2FC164-21BA-FFC8-148C-6C5180A3155B}"/>
          </ac:spMkLst>
        </pc:spChg>
        <pc:spChg chg="add del mod">
          <ac:chgData name="Pranav Shilavane" userId="61f1dc42-db97-4511-a157-e66c79254530" providerId="ADAL" clId="{C1A77A8C-4932-4059-AD0B-7B941372252B}" dt="2026-08-03T09:58:26.769" v="794" actId="478"/>
          <ac:spMkLst>
            <pc:docMk/>
            <pc:sldMk cId="1127649784" sldId="3851"/>
            <ac:spMk id="8" creationId="{48BDC675-2195-C808-98F6-CE604380B729}"/>
          </ac:spMkLst>
        </pc:spChg>
      </pc:sldChg>
      <pc:sldChg chg="addSp delSp modSp add mod">
        <pc:chgData name="Pranav Shilavane" userId="61f1dc42-db97-4511-a157-e66c79254530" providerId="ADAL" clId="{C1A77A8C-4932-4059-AD0B-7B941372252B}" dt="2026-08-03T10:01:36.778" v="879" actId="1076"/>
        <pc:sldMkLst>
          <pc:docMk/>
          <pc:sldMk cId="3688462912" sldId="3852"/>
        </pc:sldMkLst>
        <pc:spChg chg="mod">
          <ac:chgData name="Pranav Shilavane" userId="61f1dc42-db97-4511-a157-e66c79254530" providerId="ADAL" clId="{C1A77A8C-4932-4059-AD0B-7B941372252B}" dt="2026-08-03T10:00:49.957" v="814" actId="20577"/>
          <ac:spMkLst>
            <pc:docMk/>
            <pc:sldMk cId="3688462912" sldId="3852"/>
            <ac:spMk id="2" creationId="{856686FE-FD9C-8330-D9DA-FBD9EBDA746C}"/>
          </ac:spMkLst>
        </pc:spChg>
        <pc:spChg chg="del">
          <ac:chgData name="Pranav Shilavane" userId="61f1dc42-db97-4511-a157-e66c79254530" providerId="ADAL" clId="{C1A77A8C-4932-4059-AD0B-7B941372252B}" dt="2026-08-03T10:00:53.639" v="815" actId="478"/>
          <ac:spMkLst>
            <pc:docMk/>
            <pc:sldMk cId="3688462912" sldId="3852"/>
            <ac:spMk id="3" creationId="{4BBEDCA5-B7FF-3CE2-D9DF-7E4FB52D9CA3}"/>
          </ac:spMkLst>
        </pc:spChg>
        <pc:spChg chg="add del mod">
          <ac:chgData name="Pranav Shilavane" userId="61f1dc42-db97-4511-a157-e66c79254530" providerId="ADAL" clId="{C1A77A8C-4932-4059-AD0B-7B941372252B}" dt="2026-08-03T10:00:57.435" v="816" actId="478"/>
          <ac:spMkLst>
            <pc:docMk/>
            <pc:sldMk cId="3688462912" sldId="3852"/>
            <ac:spMk id="5" creationId="{6A246A95-BB5D-0D3E-7EC5-4DCAFA02F6D8}"/>
          </ac:spMkLst>
        </pc:spChg>
        <pc:spChg chg="mod">
          <ac:chgData name="Pranav Shilavane" userId="61f1dc42-db97-4511-a157-e66c79254530" providerId="ADAL" clId="{C1A77A8C-4932-4059-AD0B-7B941372252B}" dt="2026-08-03T10:01:36.778" v="879" actId="1076"/>
          <ac:spMkLst>
            <pc:docMk/>
            <pc:sldMk cId="3688462912" sldId="3852"/>
            <ac:spMk id="7" creationId="{2C47EE86-01A6-1F1C-8A9B-336805883AA7}"/>
          </ac:spMkLst>
        </pc:spChg>
      </pc:sldChg>
      <pc:sldChg chg="delSp modSp add mod">
        <pc:chgData name="Pranav Shilavane" userId="61f1dc42-db97-4511-a157-e66c79254530" providerId="ADAL" clId="{C1A77A8C-4932-4059-AD0B-7B941372252B}" dt="2026-08-03T10:02:46.437" v="897" actId="1076"/>
        <pc:sldMkLst>
          <pc:docMk/>
          <pc:sldMk cId="821481901" sldId="3853"/>
        </pc:sldMkLst>
        <pc:spChg chg="mod">
          <ac:chgData name="Pranav Shilavane" userId="61f1dc42-db97-4511-a157-e66c79254530" providerId="ADAL" clId="{C1A77A8C-4932-4059-AD0B-7B941372252B}" dt="2026-08-03T10:02:17.537" v="890"/>
          <ac:spMkLst>
            <pc:docMk/>
            <pc:sldMk cId="821481901" sldId="3853"/>
            <ac:spMk id="2" creationId="{AA285425-E38E-4031-DCCB-0387C3D52126}"/>
          </ac:spMkLst>
        </pc:spChg>
        <pc:spChg chg="mod">
          <ac:chgData name="Pranav Shilavane" userId="61f1dc42-db97-4511-a157-e66c79254530" providerId="ADAL" clId="{C1A77A8C-4932-4059-AD0B-7B941372252B}" dt="2026-08-03T10:02:46.437" v="897" actId="1076"/>
          <ac:spMkLst>
            <pc:docMk/>
            <pc:sldMk cId="821481901" sldId="3853"/>
            <ac:spMk id="3" creationId="{293E61DB-C2F6-6177-2C84-9A04E5F1B299}"/>
          </ac:spMkLst>
        </pc:spChg>
        <pc:spChg chg="del">
          <ac:chgData name="Pranav Shilavane" userId="61f1dc42-db97-4511-a157-e66c79254530" providerId="ADAL" clId="{C1A77A8C-4932-4059-AD0B-7B941372252B}" dt="2026-08-03T10:02:28.539" v="891" actId="478"/>
          <ac:spMkLst>
            <pc:docMk/>
            <pc:sldMk cId="821481901" sldId="3853"/>
            <ac:spMk id="7" creationId="{3F572AE3-78DA-8AC1-95AA-6E59C24623D2}"/>
          </ac:spMkLst>
        </pc:spChg>
      </pc:sldChg>
      <pc:sldChg chg="delSp modSp add mod">
        <pc:chgData name="Pranav Shilavane" userId="61f1dc42-db97-4511-a157-e66c79254530" providerId="ADAL" clId="{C1A77A8C-4932-4059-AD0B-7B941372252B}" dt="2026-08-03T10:06:08.763" v="940" actId="404"/>
        <pc:sldMkLst>
          <pc:docMk/>
          <pc:sldMk cId="1553554436" sldId="3854"/>
        </pc:sldMkLst>
        <pc:spChg chg="mod">
          <ac:chgData name="Pranav Shilavane" userId="61f1dc42-db97-4511-a157-e66c79254530" providerId="ADAL" clId="{C1A77A8C-4932-4059-AD0B-7B941372252B}" dt="2026-08-03T10:04:58.064" v="898"/>
          <ac:spMkLst>
            <pc:docMk/>
            <pc:sldMk cId="1553554436" sldId="3854"/>
            <ac:spMk id="2" creationId="{E40C1403-B8B2-2E78-F341-F8DDCB8A4826}"/>
          </ac:spMkLst>
        </pc:spChg>
        <pc:spChg chg="mod">
          <ac:chgData name="Pranav Shilavane" userId="61f1dc42-db97-4511-a157-e66c79254530" providerId="ADAL" clId="{C1A77A8C-4932-4059-AD0B-7B941372252B}" dt="2026-08-03T10:06:08.763" v="940" actId="404"/>
          <ac:spMkLst>
            <pc:docMk/>
            <pc:sldMk cId="1553554436" sldId="3854"/>
            <ac:spMk id="3" creationId="{B02ADECA-C977-A2AA-3601-32CC43C5A820}"/>
          </ac:spMkLst>
        </pc:spChg>
        <pc:spChg chg="del">
          <ac:chgData name="Pranav Shilavane" userId="61f1dc42-db97-4511-a157-e66c79254530" providerId="ADAL" clId="{C1A77A8C-4932-4059-AD0B-7B941372252B}" dt="2026-08-03T10:05:00.645" v="899" actId="478"/>
          <ac:spMkLst>
            <pc:docMk/>
            <pc:sldMk cId="1553554436" sldId="3854"/>
            <ac:spMk id="7" creationId="{4DDEFC44-DCA4-199E-68E2-D4C156FB13C0}"/>
          </ac:spMkLst>
        </pc:spChg>
      </pc:sldChg>
      <pc:sldChg chg="delSp modSp add mod">
        <pc:chgData name="Pranav Shilavane" userId="61f1dc42-db97-4511-a157-e66c79254530" providerId="ADAL" clId="{C1A77A8C-4932-4059-AD0B-7B941372252B}" dt="2026-08-03T10:09:06.113" v="1022" actId="1076"/>
        <pc:sldMkLst>
          <pc:docMk/>
          <pc:sldMk cId="3768764432" sldId="3855"/>
        </pc:sldMkLst>
        <pc:spChg chg="mod">
          <ac:chgData name="Pranav Shilavane" userId="61f1dc42-db97-4511-a157-e66c79254530" providerId="ADAL" clId="{C1A77A8C-4932-4059-AD0B-7B941372252B}" dt="2026-08-03T10:07:55.114" v="941"/>
          <ac:spMkLst>
            <pc:docMk/>
            <pc:sldMk cId="3768764432" sldId="3855"/>
            <ac:spMk id="2" creationId="{9F8D59BB-5A3A-5C98-1E1E-6D42B89EE808}"/>
          </ac:spMkLst>
        </pc:spChg>
        <pc:spChg chg="mod">
          <ac:chgData name="Pranav Shilavane" userId="61f1dc42-db97-4511-a157-e66c79254530" providerId="ADAL" clId="{C1A77A8C-4932-4059-AD0B-7B941372252B}" dt="2026-08-03T10:09:06.113" v="1022" actId="1076"/>
          <ac:spMkLst>
            <pc:docMk/>
            <pc:sldMk cId="3768764432" sldId="3855"/>
            <ac:spMk id="3" creationId="{40284FE4-6EF0-9F55-6CCE-848E94AB5A76}"/>
          </ac:spMkLst>
        </pc:spChg>
        <pc:spChg chg="del">
          <ac:chgData name="Pranav Shilavane" userId="61f1dc42-db97-4511-a157-e66c79254530" providerId="ADAL" clId="{C1A77A8C-4932-4059-AD0B-7B941372252B}" dt="2026-08-03T10:08:11.159" v="942" actId="478"/>
          <ac:spMkLst>
            <pc:docMk/>
            <pc:sldMk cId="3768764432" sldId="3855"/>
            <ac:spMk id="7" creationId="{46644EA2-7313-2F77-EC64-E39627BDF792}"/>
          </ac:spMkLst>
        </pc:spChg>
      </pc:sldChg>
      <pc:sldChg chg="delSp modSp add mod">
        <pc:chgData name="Pranav Shilavane" userId="61f1dc42-db97-4511-a157-e66c79254530" providerId="ADAL" clId="{C1A77A8C-4932-4059-AD0B-7B941372252B}" dt="2026-08-03T10:11:47.927" v="1041" actId="27636"/>
        <pc:sldMkLst>
          <pc:docMk/>
          <pc:sldMk cId="3276116717" sldId="3856"/>
        </pc:sldMkLst>
        <pc:spChg chg="mod">
          <ac:chgData name="Pranav Shilavane" userId="61f1dc42-db97-4511-a157-e66c79254530" providerId="ADAL" clId="{C1A77A8C-4932-4059-AD0B-7B941372252B}" dt="2026-08-03T10:10:45.317" v="1023"/>
          <ac:spMkLst>
            <pc:docMk/>
            <pc:sldMk cId="3276116717" sldId="3856"/>
            <ac:spMk id="2" creationId="{338509AC-F15A-FEF2-7E9F-0D3AE147D05A}"/>
          </ac:spMkLst>
        </pc:spChg>
        <pc:spChg chg="mod">
          <ac:chgData name="Pranav Shilavane" userId="61f1dc42-db97-4511-a157-e66c79254530" providerId="ADAL" clId="{C1A77A8C-4932-4059-AD0B-7B941372252B}" dt="2026-08-03T10:11:47.927" v="1041" actId="27636"/>
          <ac:spMkLst>
            <pc:docMk/>
            <pc:sldMk cId="3276116717" sldId="3856"/>
            <ac:spMk id="3" creationId="{0E26D7BF-865D-2A73-AA70-E65971F4530D}"/>
          </ac:spMkLst>
        </pc:spChg>
        <pc:spChg chg="del">
          <ac:chgData name="Pranav Shilavane" userId="61f1dc42-db97-4511-a157-e66c79254530" providerId="ADAL" clId="{C1A77A8C-4932-4059-AD0B-7B941372252B}" dt="2026-08-03T10:10:51.698" v="1024" actId="478"/>
          <ac:spMkLst>
            <pc:docMk/>
            <pc:sldMk cId="3276116717" sldId="3856"/>
            <ac:spMk id="7" creationId="{D40D1ABE-7B4D-3B0A-9C6E-98BD1D6E5B48}"/>
          </ac:spMkLst>
        </pc:spChg>
      </pc:sldChg>
      <pc:sldChg chg="addSp delSp modSp add mod">
        <pc:chgData name="Pranav Shilavane" userId="61f1dc42-db97-4511-a157-e66c79254530" providerId="ADAL" clId="{C1A77A8C-4932-4059-AD0B-7B941372252B}" dt="2026-08-03T10:13:01.522" v="1074" actId="404"/>
        <pc:sldMkLst>
          <pc:docMk/>
          <pc:sldMk cId="4173387307" sldId="3857"/>
        </pc:sldMkLst>
        <pc:spChg chg="mod">
          <ac:chgData name="Pranav Shilavane" userId="61f1dc42-db97-4511-a157-e66c79254530" providerId="ADAL" clId="{C1A77A8C-4932-4059-AD0B-7B941372252B}" dt="2026-08-03T10:11:59.395" v="1043"/>
          <ac:spMkLst>
            <pc:docMk/>
            <pc:sldMk cId="4173387307" sldId="3857"/>
            <ac:spMk id="2" creationId="{302199E9-06A4-85F2-4582-4C3FB83D3D6B}"/>
          </ac:spMkLst>
        </pc:spChg>
        <pc:spChg chg="del">
          <ac:chgData name="Pranav Shilavane" userId="61f1dc42-db97-4511-a157-e66c79254530" providerId="ADAL" clId="{C1A77A8C-4932-4059-AD0B-7B941372252B}" dt="2026-08-03T09:58:03.358" v="790" actId="478"/>
          <ac:spMkLst>
            <pc:docMk/>
            <pc:sldMk cId="4173387307" sldId="3857"/>
            <ac:spMk id="3" creationId="{781CFCEC-18FB-CDD2-65C4-FDB82F4E0CE2}"/>
          </ac:spMkLst>
        </pc:spChg>
        <pc:spChg chg="add del mod">
          <ac:chgData name="Pranav Shilavane" userId="61f1dc42-db97-4511-a157-e66c79254530" providerId="ADAL" clId="{C1A77A8C-4932-4059-AD0B-7B941372252B}" dt="2026-08-03T10:12:02.144" v="1044" actId="478"/>
          <ac:spMkLst>
            <pc:docMk/>
            <pc:sldMk cId="4173387307" sldId="3857"/>
            <ac:spMk id="5" creationId="{12DCEFAF-5406-7776-3968-82A32B122688}"/>
          </ac:spMkLst>
        </pc:spChg>
        <pc:spChg chg="mod">
          <ac:chgData name="Pranav Shilavane" userId="61f1dc42-db97-4511-a157-e66c79254530" providerId="ADAL" clId="{C1A77A8C-4932-4059-AD0B-7B941372252B}" dt="2026-08-03T10:13:01.522" v="1074" actId="404"/>
          <ac:spMkLst>
            <pc:docMk/>
            <pc:sldMk cId="4173387307" sldId="3857"/>
            <ac:spMk id="7" creationId="{571348CA-DDE4-0BDB-7FE5-7C9C4A31BE4D}"/>
          </ac:spMkLst>
        </pc:spChg>
      </pc:sldChg>
      <pc:sldChg chg="modSp add mod">
        <pc:chgData name="Pranav Shilavane" userId="61f1dc42-db97-4511-a157-e66c79254530" providerId="ADAL" clId="{C1A77A8C-4932-4059-AD0B-7B941372252B}" dt="2026-08-03T10:14:11.771" v="1096" actId="20577"/>
        <pc:sldMkLst>
          <pc:docMk/>
          <pc:sldMk cId="2421445815" sldId="3858"/>
        </pc:sldMkLst>
        <pc:spChg chg="mod">
          <ac:chgData name="Pranav Shilavane" userId="61f1dc42-db97-4511-a157-e66c79254530" providerId="ADAL" clId="{C1A77A8C-4932-4059-AD0B-7B941372252B}" dt="2026-08-03T10:13:39.481" v="1079"/>
          <ac:spMkLst>
            <pc:docMk/>
            <pc:sldMk cId="2421445815" sldId="3858"/>
            <ac:spMk id="2" creationId="{C6B3B9D2-856E-40C6-E40B-2B3F126B0A1B}"/>
          </ac:spMkLst>
        </pc:spChg>
        <pc:spChg chg="mod">
          <ac:chgData name="Pranav Shilavane" userId="61f1dc42-db97-4511-a157-e66c79254530" providerId="ADAL" clId="{C1A77A8C-4932-4059-AD0B-7B941372252B}" dt="2026-08-03T10:14:11.771" v="1096" actId="20577"/>
          <ac:spMkLst>
            <pc:docMk/>
            <pc:sldMk cId="2421445815" sldId="3858"/>
            <ac:spMk id="7" creationId="{EDE51D75-1376-6E51-F8DA-297437488492}"/>
          </ac:spMkLst>
        </pc:spChg>
      </pc:sldChg>
      <pc:sldChg chg="modSp add mod">
        <pc:chgData name="Pranav Shilavane" userId="61f1dc42-db97-4511-a157-e66c79254530" providerId="ADAL" clId="{C1A77A8C-4932-4059-AD0B-7B941372252B}" dt="2026-08-03T10:17:20.340" v="1114" actId="1036"/>
        <pc:sldMkLst>
          <pc:docMk/>
          <pc:sldMk cId="310082255" sldId="3859"/>
        </pc:sldMkLst>
        <pc:spChg chg="mod">
          <ac:chgData name="Pranav Shilavane" userId="61f1dc42-db97-4511-a157-e66c79254530" providerId="ADAL" clId="{C1A77A8C-4932-4059-AD0B-7B941372252B}" dt="2026-08-03T10:14:25.432" v="1098"/>
          <ac:spMkLst>
            <pc:docMk/>
            <pc:sldMk cId="310082255" sldId="3859"/>
            <ac:spMk id="2" creationId="{156E05AD-400B-90C3-00DE-322B7E214614}"/>
          </ac:spMkLst>
        </pc:spChg>
        <pc:spChg chg="mod">
          <ac:chgData name="Pranav Shilavane" userId="61f1dc42-db97-4511-a157-e66c79254530" providerId="ADAL" clId="{C1A77A8C-4932-4059-AD0B-7B941372252B}" dt="2026-08-03T10:17:20.340" v="1114" actId="1036"/>
          <ac:spMkLst>
            <pc:docMk/>
            <pc:sldMk cId="310082255" sldId="3859"/>
            <ac:spMk id="7" creationId="{435421E0-66B7-46DF-40DD-3D455FE8C9A9}"/>
          </ac:spMkLst>
        </pc:spChg>
      </pc:sldChg>
      <pc:sldChg chg="add del">
        <pc:chgData name="Pranav Shilavane" userId="61f1dc42-db97-4511-a157-e66c79254530" providerId="ADAL" clId="{C1A77A8C-4932-4059-AD0B-7B941372252B}" dt="2026-08-03T10:15:10.135" v="1111" actId="47"/>
        <pc:sldMkLst>
          <pc:docMk/>
          <pc:sldMk cId="449912883" sldId="3860"/>
        </pc:sldMkLst>
      </pc:sldChg>
      <pc:sldChg chg="new del">
        <pc:chgData name="Pranav Shilavane" userId="61f1dc42-db97-4511-a157-e66c79254530" providerId="ADAL" clId="{C1A77A8C-4932-4059-AD0B-7B941372252B}" dt="2026-08-03T10:17:19.606" v="1113" actId="680"/>
        <pc:sldMkLst>
          <pc:docMk/>
          <pc:sldMk cId="1807814086" sldId="3860"/>
        </pc:sldMkLst>
      </pc:sldChg>
      <pc:sldChg chg="addSp delSp modSp add del mod">
        <pc:chgData name="Pranav Shilavane" userId="61f1dc42-db97-4511-a157-e66c79254530" providerId="ADAL" clId="{C1A77A8C-4932-4059-AD0B-7B941372252B}" dt="2026-08-03T10:21:27.664" v="1143" actId="47"/>
        <pc:sldMkLst>
          <pc:docMk/>
          <pc:sldMk cId="3073905396" sldId="3860"/>
        </pc:sldMkLst>
        <pc:spChg chg="mod">
          <ac:chgData name="Pranav Shilavane" userId="61f1dc42-db97-4511-a157-e66c79254530" providerId="ADAL" clId="{C1A77A8C-4932-4059-AD0B-7B941372252B}" dt="2026-08-03T10:19:10.311" v="1141" actId="20577"/>
          <ac:spMkLst>
            <pc:docMk/>
            <pc:sldMk cId="3073905396" sldId="3860"/>
            <ac:spMk id="2" creationId="{0DCCD136-061F-14B0-1B04-7E1FBD34B9DF}"/>
          </ac:spMkLst>
        </pc:spChg>
        <pc:spChg chg="mod">
          <ac:chgData name="Pranav Shilavane" userId="61f1dc42-db97-4511-a157-e66c79254530" providerId="ADAL" clId="{C1A77A8C-4932-4059-AD0B-7B941372252B}" dt="2026-08-03T10:18:46.316" v="1116" actId="20577"/>
          <ac:spMkLst>
            <pc:docMk/>
            <pc:sldMk cId="3073905396" sldId="3860"/>
            <ac:spMk id="7" creationId="{62CED6AF-66A9-13E5-F9AC-84DC1085E8EB}"/>
          </ac:spMkLst>
        </pc:spChg>
        <pc:picChg chg="add del mod">
          <ac:chgData name="Pranav Shilavane" userId="61f1dc42-db97-4511-a157-e66c79254530" providerId="ADAL" clId="{C1A77A8C-4932-4059-AD0B-7B941372252B}" dt="2026-08-03T10:19:18.348" v="1142" actId="1076"/>
          <ac:picMkLst>
            <pc:docMk/>
            <pc:sldMk cId="3073905396" sldId="3860"/>
            <ac:picMk id="4" creationId="{DE78ED02-28C6-4BFC-FE54-0BC43FE2C1B1}"/>
          </ac:picMkLst>
        </pc:picChg>
      </pc:sldChg>
      <pc:sldChg chg="add del">
        <pc:chgData name="Pranav Shilavane" userId="61f1dc42-db97-4511-a157-e66c79254530" providerId="ADAL" clId="{C1A77A8C-4932-4059-AD0B-7B941372252B}" dt="2026-08-03T10:18:48.109" v="1118"/>
        <pc:sldMkLst>
          <pc:docMk/>
          <pc:sldMk cId="3411707399" sldId="38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A68CB-75B7-9CD0-E958-D6D38E987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46E3D-B75D-C07A-737F-C68DF6E11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8EDA8-C198-9304-491B-745D84AB1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8ABCC-D6BB-974F-F722-74B22F192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37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1C31E-FE0E-5DEB-21AF-31AFA225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6A953B-62EC-9B7A-E493-21BD4A35A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73607-CFD3-13F1-5BBB-8A0583EBA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0950-716A-0F0D-E971-98DD9C4E7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30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1709-8C79-41EE-F514-D5EDBCE7E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A3F22-5610-9835-454F-5BE3198C1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F8EEE-C25D-5729-63D9-CDC9287CC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D6ED1-4A1A-B284-4B99-4FBD04173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344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CCAF-F687-BF75-9BE5-5AEF77D6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37E82E-4FD8-0068-1F6E-98BE45327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C782D-6960-50B9-EDED-F47F34DC3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E38E1-48B1-5D76-D192-E19815048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014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8810-107F-C6B3-7746-F56CE04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8F114-6D2E-E78A-EC8A-013AD42B0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62042-BC2D-A7C5-32B0-FD895F99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F7371-8D5F-7E6E-48A8-DF988D273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13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843A4-5453-AF3B-792C-2B1F442A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7B5AA-7538-8740-DEC8-93EA08E77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BD6CF-1661-2754-D330-5689118C4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A308D-FC26-CF9B-AB53-78FB3AC7F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07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1445-2F00-FC64-3083-CA956F710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4C257-4855-AFAF-90B2-8487B7624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6ED6B-D4AE-D7FD-A21E-CC124A35B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613D8-E572-854A-FE49-1CE82DF5E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31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B0E9-D521-08E5-B2E3-D4C4D0B6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4F1DC-0B1B-6CE7-BFB2-81EA32DE2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8CE70-4840-C722-7793-1F820C6CD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BA6D2-0325-1CE7-3A6D-965FB7106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748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IN" dirty="0"/>
              <a:t>What We’ll Cover Today 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D75B5-DDCA-2831-DE07-1A36D84F79AD}"/>
              </a:ext>
            </a:extLst>
          </p:cNvPr>
          <p:cNvSpPr txBox="1"/>
          <p:nvPr/>
        </p:nvSpPr>
        <p:spPr>
          <a:xfrm>
            <a:off x="838200" y="1933423"/>
            <a:ext cx="1051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React &amp; Why use it?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React Features &amp; Virtual DOM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Setting up your first React project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structure walkthrough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JSX fundamentals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LcPeriod"/>
            </a:pPr>
            <a:r>
              <a:rPr lang="en-IN" sz="2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Components &amp; Props</a:t>
            </a:r>
          </a:p>
          <a:p>
            <a:pPr lvl="1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What is React ?	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F2FC164-21BA-FFC8-148C-6C5180A3155B}"/>
              </a:ext>
            </a:extLst>
          </p:cNvPr>
          <p:cNvSpPr txBox="1">
            <a:spLocks/>
          </p:cNvSpPr>
          <p:nvPr/>
        </p:nvSpPr>
        <p:spPr>
          <a:xfrm>
            <a:off x="838200" y="1725944"/>
            <a:ext cx="9691838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IN" b="1" dirty="0"/>
              <a:t>What is React?</a:t>
            </a:r>
            <a:r>
              <a:rPr lang="en-IN" dirty="0"/>
              <a:t> An open-source, front-end JavaScript library created by Meta.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Primary Purpose:</a:t>
            </a:r>
            <a:r>
              <a:rPr lang="en-IN" dirty="0"/>
              <a:t> Building dynamic, interactive user interfaces for single-page applications (SPAs).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Core Paradigm:</a:t>
            </a:r>
            <a:r>
              <a:rPr lang="en-IN" dirty="0"/>
              <a:t> Enables developers to build reusable UI components that manage their own state.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CC090-10E3-291D-1789-6FCE7323D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86FE-FD9C-8330-D9DA-FBD9EBDA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Why React?</a:t>
            </a:r>
            <a:r>
              <a:rPr lang="en-US" dirty="0"/>
              <a:t>	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47EE86-01A6-1F1C-8A9B-336805883AA7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IN" b="1" dirty="0"/>
              <a:t>High Performance:</a:t>
            </a:r>
            <a:r>
              <a:rPr lang="en-IN" dirty="0"/>
              <a:t> Lightning-fast rendering via the Virtual DOM and efficient diffing.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High Reusability:</a:t>
            </a:r>
            <a:r>
              <a:rPr lang="en-IN" dirty="0"/>
              <a:t> Write code once, use it across different app sections or projects.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Strong Ecosystem:</a:t>
            </a:r>
            <a:r>
              <a:rPr lang="en-IN" dirty="0"/>
              <a:t> Backed by Meta and a massive community with a rich library ecosystem.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Unidirectional Data Flow:</a:t>
            </a:r>
            <a:r>
              <a:rPr lang="en-IN" dirty="0"/>
              <a:t> Predictable data movement downward from parent to child.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46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4B5A-D369-4C46-20C4-412A6545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85425-E38E-4031-DCCB-0387C3D5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React Core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61DB-C2F6-6177-2C84-9A04E5F1B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2678"/>
            <a:ext cx="10515600" cy="4297680"/>
          </a:xfrm>
          <a:noFill/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b="1" dirty="0"/>
              <a:t>JSX:</a:t>
            </a:r>
            <a:r>
              <a:rPr lang="en-IN" dirty="0"/>
              <a:t> Write HTML structures directly inside JavaScript files.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Components:</a:t>
            </a:r>
            <a:r>
              <a:rPr lang="en-IN" dirty="0"/>
              <a:t> Modular building blocks for user interfaces.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Props:</a:t>
            </a:r>
            <a:r>
              <a:rPr lang="en-IN" dirty="0"/>
              <a:t> Mechanism for passing data downstream from parent to child.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State &amp; Hooks:</a:t>
            </a:r>
            <a:r>
              <a:rPr lang="en-IN" dirty="0"/>
              <a:t> Built-in tools (</a:t>
            </a:r>
            <a:r>
              <a:rPr lang="en-IN" sz="2400" dirty="0" err="1"/>
              <a:t>useState</a:t>
            </a:r>
            <a:r>
              <a:rPr lang="en-IN" dirty="0"/>
              <a:t>, </a:t>
            </a:r>
            <a:r>
              <a:rPr lang="en-IN" sz="2400" dirty="0" err="1"/>
              <a:t>useEffect</a:t>
            </a:r>
            <a:r>
              <a:rPr lang="en-IN" dirty="0"/>
              <a:t>) to manage dynamic data and lifecycle events.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1481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F882F-6925-3BA3-C7D4-0FC585A0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1403-B8B2-2E78-F341-F8DDCB8A4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Virtual DOM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ADECA-C977-A2AA-3601-32CC43C5A82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1" y="1690688"/>
                <a:ext cx="10515600" cy="4574770"/>
              </a:xfrm>
              <a:noFill/>
            </p:spPr>
            <p:txBody>
              <a:bodyPr>
                <a:normAutofit/>
              </a:bodyPr>
              <a:lstStyle/>
              <a:p>
                <a:pPr lvl="0"/>
                <a:r>
                  <a:rPr lang="en-IN" sz="2400" b="1" dirty="0"/>
                  <a:t>Definition:</a:t>
                </a:r>
                <a:r>
                  <a:rPr lang="en-IN" sz="2400" dirty="0"/>
                  <a:t> A lightweight, in-memory representation of the real DOM.</a:t>
                </a:r>
              </a:p>
              <a:p>
                <a:pPr lvl="0"/>
                <a:endParaRPr lang="en-IN" sz="800" b="1" dirty="0"/>
              </a:p>
              <a:p>
                <a:pPr lvl="0"/>
                <a:r>
                  <a:rPr lang="en-IN" sz="2400" b="1" dirty="0"/>
                  <a:t>How It Works:</a:t>
                </a:r>
                <a:endParaRPr lang="en-IN" sz="2400" dirty="0"/>
              </a:p>
              <a:p>
                <a:pPr lvl="2">
                  <a:buFont typeface="Wingdings" panose="05000000000000000000" pitchFamily="2" charset="2"/>
                  <a:buChar char="v"/>
                </a:pPr>
                <a:r>
                  <a:rPr lang="en-IN" sz="2400" dirty="0"/>
                  <a:t>  State or props change </a:t>
                </a:r>
                <a14:m>
                  <m:oMath xmlns:m="http://schemas.openxmlformats.org/officeDocument/2006/math">
                    <m:r>
                      <a:rPr lang="en-IN" sz="2400"/>
                      <m:t>→</m:t>
                    </m:r>
                  </m:oMath>
                </a14:m>
                <a:r>
                  <a:rPr lang="en-IN" sz="2400" dirty="0"/>
                  <a:t>a new Virtual DOM tree is created.</a:t>
                </a:r>
              </a:p>
              <a:p>
                <a:pPr lvl="2">
                  <a:buFont typeface="Wingdings" panose="05000000000000000000" pitchFamily="2" charset="2"/>
                  <a:buChar char="v"/>
                </a:pPr>
                <a:r>
                  <a:rPr lang="en-IN" sz="2400" dirty="0"/>
                  <a:t>  React compares (diffs) it with the previous VDOM tree.</a:t>
                </a:r>
              </a:p>
              <a:p>
                <a:pPr lvl="2">
                  <a:buFont typeface="Wingdings" panose="05000000000000000000" pitchFamily="2" charset="2"/>
                  <a:buChar char="v"/>
                </a:pPr>
                <a:r>
                  <a:rPr lang="en-IN" sz="2400" dirty="0"/>
                  <a:t>  Computes the minimal required changes.</a:t>
                </a:r>
              </a:p>
              <a:p>
                <a:pPr lvl="2">
                  <a:buFont typeface="Wingdings" panose="05000000000000000000" pitchFamily="2" charset="2"/>
                  <a:buChar char="v"/>
                </a:pPr>
                <a:r>
                  <a:rPr lang="en-IN" sz="2400" dirty="0"/>
                  <a:t>  Updates </a:t>
                </a:r>
                <a:r>
                  <a:rPr lang="en-IN" sz="2400" i="1" dirty="0"/>
                  <a:t>only</a:t>
                </a:r>
                <a:r>
                  <a:rPr lang="en-IN" sz="2400" dirty="0"/>
                  <a:t> those changes in the real DOM (Reconciliation).</a:t>
                </a:r>
              </a:p>
              <a:p>
                <a:pPr lvl="0"/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2ADECA-C977-A2AA-3601-32CC43C5A8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1" y="1690688"/>
                <a:ext cx="10515600" cy="4574770"/>
              </a:xfrm>
              <a:blipFill>
                <a:blip r:embed="rId3"/>
                <a:stretch>
                  <a:fillRect l="-928" t="-17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55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A03B-D250-4096-81ED-9F433C24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D59BB-5A3A-5C98-1E1E-6D42B89EE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Create First React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84FE4-6EF0-9F55-6CCE-848E94AB5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8078"/>
            <a:ext cx="10515600" cy="4297680"/>
          </a:xfrm>
          <a:noFill/>
        </p:spPr>
        <p:txBody>
          <a:bodyPr>
            <a:normAutofit/>
          </a:bodyPr>
          <a:lstStyle/>
          <a:p>
            <a:pPr lvl="0"/>
            <a:r>
              <a:rPr lang="en-IN" sz="2400" b="1" dirty="0"/>
              <a:t>Tooling:</a:t>
            </a:r>
            <a:r>
              <a:rPr lang="en-IN" sz="2400" dirty="0"/>
              <a:t> Scaffold modern apps quickly using </a:t>
            </a:r>
            <a:r>
              <a:rPr lang="en-IN" sz="2400" b="1" dirty="0"/>
              <a:t>Vite</a:t>
            </a:r>
            <a:r>
              <a:rPr lang="en-IN" sz="2400" dirty="0"/>
              <a:t>.</a:t>
            </a:r>
            <a:endParaRPr lang="en-IN" sz="300" b="1" dirty="0"/>
          </a:p>
          <a:p>
            <a:pPr lvl="0"/>
            <a:r>
              <a:rPr lang="en-IN" sz="2400" b="1" dirty="0"/>
              <a:t>Setup Commands:</a:t>
            </a:r>
            <a:endParaRPr lang="en-IN" sz="2400" dirty="0"/>
          </a:p>
          <a:p>
            <a:pPr lvl="1"/>
            <a:r>
              <a:rPr lang="en-IN" sz="2400" dirty="0" err="1"/>
              <a:t>npm</a:t>
            </a:r>
            <a:r>
              <a:rPr lang="en-IN" sz="2400" dirty="0"/>
              <a:t> create </a:t>
            </a:r>
            <a:r>
              <a:rPr lang="en-IN" sz="2400" dirty="0" err="1"/>
              <a:t>vite@latest</a:t>
            </a:r>
            <a:r>
              <a:rPr lang="en-IN" sz="2400" dirty="0"/>
              <a:t>  // Choose the configurations as per your convenience</a:t>
            </a:r>
          </a:p>
          <a:p>
            <a:pPr lvl="1"/>
            <a:r>
              <a:rPr lang="en-IN" sz="2400" dirty="0"/>
              <a:t>cd my-react-app</a:t>
            </a:r>
          </a:p>
          <a:p>
            <a:pPr lvl="1"/>
            <a:r>
              <a:rPr lang="en-IN" sz="2400" dirty="0" err="1"/>
              <a:t>npm</a:t>
            </a:r>
            <a:r>
              <a:rPr lang="en-IN" sz="2400" dirty="0"/>
              <a:t> install</a:t>
            </a:r>
          </a:p>
          <a:p>
            <a:pPr lvl="1"/>
            <a:r>
              <a:rPr lang="en-IN" sz="2400" dirty="0" err="1"/>
              <a:t>npm</a:t>
            </a:r>
            <a:r>
              <a:rPr lang="en-IN" sz="2400" dirty="0"/>
              <a:t> run dev</a:t>
            </a:r>
          </a:p>
        </p:txBody>
      </p:sp>
    </p:spTree>
    <p:extLst>
      <p:ext uri="{BB962C8B-B14F-4D97-AF65-F5344CB8AC3E}">
        <p14:creationId xmlns:p14="http://schemas.microsoft.com/office/powerpoint/2010/main" val="376876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4651B-EC08-86D6-C462-C2EE1DB3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509AC-F15A-FEF2-7E9F-0D3AE147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Understand Project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6D7BF-865D-2A73-AA70-E65971F45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967778"/>
            <a:ext cx="10515600" cy="2973873"/>
          </a:xfrm>
          <a:noFill/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sz="2400" b="1" dirty="0" err="1"/>
              <a:t>node_modules</a:t>
            </a:r>
            <a:r>
              <a:rPr lang="en-IN" sz="2400" b="1" dirty="0"/>
              <a:t>/ </a:t>
            </a:r>
            <a:r>
              <a:rPr lang="en-IN" dirty="0"/>
              <a:t>: Project dependencies and packages.</a:t>
            </a:r>
          </a:p>
          <a:p>
            <a:pPr lvl="0">
              <a:lnSpc>
                <a:spcPct val="150000"/>
              </a:lnSpc>
            </a:pPr>
            <a:r>
              <a:rPr lang="en-IN" sz="2400" b="1" dirty="0"/>
              <a:t>public/</a:t>
            </a:r>
            <a:r>
              <a:rPr lang="en-IN" sz="2400" dirty="0"/>
              <a:t> </a:t>
            </a:r>
            <a:r>
              <a:rPr lang="en-IN" dirty="0"/>
              <a:t>: Static assets and images.</a:t>
            </a:r>
          </a:p>
          <a:p>
            <a:pPr lvl="0">
              <a:lnSpc>
                <a:spcPct val="150000"/>
              </a:lnSpc>
            </a:pPr>
            <a:r>
              <a:rPr lang="en-IN" sz="2400" b="1" dirty="0" err="1"/>
              <a:t>src</a:t>
            </a:r>
            <a:r>
              <a:rPr lang="en-IN" sz="2400" b="1" dirty="0"/>
              <a:t>/</a:t>
            </a:r>
            <a:r>
              <a:rPr lang="en-IN" sz="2400" dirty="0"/>
              <a:t> </a:t>
            </a:r>
            <a:r>
              <a:rPr lang="en-IN" dirty="0"/>
              <a:t>: Core source files (</a:t>
            </a:r>
            <a:r>
              <a:rPr lang="en-IN" sz="2400" dirty="0" err="1"/>
              <a:t>App.jsx</a:t>
            </a:r>
            <a:r>
              <a:rPr lang="en-IN" dirty="0"/>
              <a:t>, </a:t>
            </a:r>
            <a:r>
              <a:rPr lang="en-IN" sz="2400" dirty="0" err="1"/>
              <a:t>main.jsx</a:t>
            </a:r>
            <a:r>
              <a:rPr lang="en-IN" dirty="0"/>
              <a:t>, CSS styles).</a:t>
            </a:r>
          </a:p>
          <a:p>
            <a:pPr lvl="0">
              <a:lnSpc>
                <a:spcPct val="150000"/>
              </a:lnSpc>
            </a:pPr>
            <a:r>
              <a:rPr lang="en-IN" sz="2400" b="1" dirty="0" err="1"/>
              <a:t>package.json</a:t>
            </a:r>
            <a:r>
              <a:rPr lang="en-IN" sz="2400" dirty="0"/>
              <a:t> </a:t>
            </a:r>
            <a:r>
              <a:rPr lang="en-IN" dirty="0"/>
              <a:t>: Project metadata, scripts, and dependency list.</a:t>
            </a:r>
          </a:p>
          <a:p>
            <a:pPr lvl="0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611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224C4-86AD-B4B7-177B-130DC24A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99E9-06A4-85F2-4582-4C3FB83D3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JSX (JavaScript XML)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1348CA-DDE4-0BDB-7FE5-7C9C4A31BE4D}"/>
              </a:ext>
            </a:extLst>
          </p:cNvPr>
          <p:cNvSpPr txBox="1">
            <a:spLocks/>
          </p:cNvSpPr>
          <p:nvPr/>
        </p:nvSpPr>
        <p:spPr>
          <a:xfrm>
            <a:off x="838200" y="1967778"/>
            <a:ext cx="10309698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b="1" dirty="0"/>
              <a:t>Definition :</a:t>
            </a:r>
            <a:r>
              <a:rPr lang="en-IN" dirty="0"/>
              <a:t> Syntax extension allowing HTML-like markup inside JavaScript files.</a:t>
            </a:r>
          </a:p>
          <a:p>
            <a:pPr lvl="0"/>
            <a:r>
              <a:rPr lang="en-IN" b="1" dirty="0"/>
              <a:t>Key Rules :</a:t>
            </a:r>
            <a:endParaRPr lang="en-IN" dirty="0"/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  Must have a </a:t>
            </a:r>
            <a:r>
              <a:rPr lang="en-IN" b="1" dirty="0"/>
              <a:t>single root element</a:t>
            </a:r>
            <a:r>
              <a:rPr lang="en-IN" dirty="0"/>
              <a:t> (or fragment &lt;&gt;...&lt;/&gt;).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  All tags must be </a:t>
            </a:r>
            <a:r>
              <a:rPr lang="en-IN" b="1" dirty="0"/>
              <a:t>closed</a:t>
            </a:r>
            <a:r>
              <a:rPr lang="en-IN" dirty="0"/>
              <a:t> (e.g., &lt;</a:t>
            </a:r>
            <a:r>
              <a:rPr lang="en-IN" dirty="0" err="1"/>
              <a:t>img</a:t>
            </a:r>
            <a:r>
              <a:rPr lang="en-IN" dirty="0"/>
              <a:t> /&gt;).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  Attributes use </a:t>
            </a:r>
            <a:r>
              <a:rPr lang="en-IN" b="1" dirty="0"/>
              <a:t>camelCase</a:t>
            </a:r>
            <a:r>
              <a:rPr lang="en-IN" dirty="0"/>
              <a:t> (e.g., </a:t>
            </a:r>
            <a:r>
              <a:rPr lang="en-IN" dirty="0" err="1"/>
              <a:t>className</a:t>
            </a:r>
            <a:r>
              <a:rPr lang="en-IN" dirty="0"/>
              <a:t>, </a:t>
            </a:r>
            <a:r>
              <a:rPr lang="en-IN" dirty="0" err="1"/>
              <a:t>onClick</a:t>
            </a:r>
            <a:r>
              <a:rPr lang="en-IN" dirty="0"/>
              <a:t>).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N" dirty="0"/>
              <a:t>  Embed expressions using curly braces {}.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7338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9BBB-E650-EF6E-CF03-65927AA4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B9D2-856E-40C6-E40B-2B3F126B0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Components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E51D75-1376-6E51-F8DA-297437488492}"/>
              </a:ext>
            </a:extLst>
          </p:cNvPr>
          <p:cNvSpPr txBox="1">
            <a:spLocks/>
          </p:cNvSpPr>
          <p:nvPr/>
        </p:nvSpPr>
        <p:spPr>
          <a:xfrm>
            <a:off x="838200" y="1967778"/>
            <a:ext cx="10309698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2400" b="1" dirty="0"/>
              <a:t>What are they ?</a:t>
            </a:r>
            <a:r>
              <a:rPr lang="en-IN" sz="2400" dirty="0"/>
              <a:t> Independent, reusable building blocks of user interfaces.</a:t>
            </a:r>
          </a:p>
          <a:p>
            <a:pPr lvl="0"/>
            <a:endParaRPr lang="en-IN" sz="1400" b="1" dirty="0"/>
          </a:p>
          <a:p>
            <a:pPr lvl="0"/>
            <a:r>
              <a:rPr lang="en-IN" sz="2400" b="1" dirty="0"/>
              <a:t>Functional Components :</a:t>
            </a:r>
            <a:r>
              <a:rPr lang="en-IN" sz="2400" dirty="0"/>
              <a:t> JavaScript functions that accept inputs and return JSX elements.</a:t>
            </a:r>
          </a:p>
          <a:p>
            <a:pPr lvl="0"/>
            <a:endParaRPr lang="en-IN" sz="1400" b="1" dirty="0"/>
          </a:p>
          <a:p>
            <a:pPr lvl="0"/>
            <a:r>
              <a:rPr lang="en-IN" sz="2400" b="1" dirty="0"/>
              <a:t>Encapsulation :</a:t>
            </a:r>
            <a:r>
              <a:rPr lang="en-IN" sz="2400" dirty="0"/>
              <a:t> Work in isolation to keep code organized, clean, and maintainable.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21445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5EF7-B484-3C56-54D9-1A0C9841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E05AD-400B-90C3-00DE-322B7E214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IN" dirty="0"/>
              <a:t>Props (Properties)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5421E0-66B7-46DF-40DD-3D455FE8C9A9}"/>
              </a:ext>
            </a:extLst>
          </p:cNvPr>
          <p:cNvSpPr txBox="1">
            <a:spLocks/>
          </p:cNvSpPr>
          <p:nvPr/>
        </p:nvSpPr>
        <p:spPr>
          <a:xfrm>
            <a:off x="838200" y="1700313"/>
            <a:ext cx="10309698" cy="429768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IN" b="1" dirty="0"/>
              <a:t>Purpose:</a:t>
            </a:r>
            <a:r>
              <a:rPr lang="en-IN" dirty="0"/>
              <a:t> Arguments passed into React components to pass data from parent to child.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Key Rule:</a:t>
            </a:r>
            <a:r>
              <a:rPr lang="en-IN" dirty="0"/>
              <a:t> Props are </a:t>
            </a:r>
            <a:r>
              <a:rPr lang="en-IN" b="1" dirty="0"/>
              <a:t>read-only</a:t>
            </a:r>
            <a:r>
              <a:rPr lang="en-IN" dirty="0"/>
              <a:t> (immutable) from the perspective of the receiving child component.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Usage:</a:t>
            </a:r>
            <a:r>
              <a:rPr lang="en-IN" dirty="0"/>
              <a:t> Enables dynamic, reusable component templates (e.g., </a:t>
            </a:r>
            <a:r>
              <a:rPr lang="en-IN" sz="2400" dirty="0"/>
              <a:t>&lt;</a:t>
            </a:r>
            <a:r>
              <a:rPr lang="en-IN" sz="2400" dirty="0" err="1"/>
              <a:t>UserProfile</a:t>
            </a:r>
            <a:r>
              <a:rPr lang="en-IN" sz="2400" dirty="0"/>
              <a:t> username="Alice"/&gt;</a:t>
            </a:r>
            <a:r>
              <a:rPr lang="en-IN" dirty="0"/>
              <a:t>).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8225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222</TotalTime>
  <Words>521</Words>
  <Application>Microsoft Office PowerPoint</Application>
  <PresentationFormat>Widescreen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Avenir Next LT Pro</vt:lpstr>
      <vt:lpstr>Avenir Next LT Pro Light</vt:lpstr>
      <vt:lpstr>Calibri</vt:lpstr>
      <vt:lpstr>Tw Cen MT</vt:lpstr>
      <vt:lpstr>Wingdings</vt:lpstr>
      <vt:lpstr>Custom</vt:lpstr>
      <vt:lpstr>What We’ll Cover Today ?</vt:lpstr>
      <vt:lpstr>What is React ? </vt:lpstr>
      <vt:lpstr>Why React? </vt:lpstr>
      <vt:lpstr>React Core Features</vt:lpstr>
      <vt:lpstr>Virtual DOM</vt:lpstr>
      <vt:lpstr>Create First React Project</vt:lpstr>
      <vt:lpstr>Understand Project Structure</vt:lpstr>
      <vt:lpstr>JSX (JavaScript XML)</vt:lpstr>
      <vt:lpstr>Components</vt:lpstr>
      <vt:lpstr>Props (Properties)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Shilavane</dc:creator>
  <cp:lastModifiedBy>Pranav Shilavane</cp:lastModifiedBy>
  <cp:revision>1</cp:revision>
  <dcterms:created xsi:type="dcterms:W3CDTF">2026-07-31T10:13:46Z</dcterms:created>
  <dcterms:modified xsi:type="dcterms:W3CDTF">2026-08-03T10:21:54Z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