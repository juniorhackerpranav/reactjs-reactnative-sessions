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99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01" r:id="rId15"/>
    <p:sldId id="3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22D19-E0FC-FB12-878F-435834343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144B2-B139-A68B-B2E9-5CB438731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76298-630D-CE46-0DE4-A513A44E1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6F3EC-B40E-8278-046B-915B1D8AB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72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B4389-7C3C-5A1D-DA15-7D76839D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B9542-E134-71EF-A03B-EB6C70DAB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F4FD0-DC52-98BC-CF79-390F67314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76CA9-DB9B-2853-FFBE-127DDAA06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44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20C97-A0AC-536C-F651-3B43EE001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23703-C932-DD7F-D31C-0DB52510C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6392C-A39A-AC1B-4310-7AC84E0B1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B94DB-2F1A-61C9-5BE8-43B00BD5A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163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83D7-5878-AC3F-36BB-409D739B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87EC2-3436-6EBA-7EED-409F8B6C5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FFE8D-C4BE-3CA2-6868-79337308A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B262A-0D42-5D59-7571-58613C628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365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4A38E-74B6-CDD6-3137-F151B7DF2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CD012-4B5C-BCFC-760C-7BD5FF688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066CB-CBD1-4727-3B4F-02B826BC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86E6C-7469-6589-08AF-09BA6284B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3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D070-8460-C265-5F19-F463987A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B0F6DA-454F-07F7-6986-B5FD0B7F1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0265D-D466-156E-5EEA-37503F6CE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797B2-B2C7-9386-DA59-940791601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536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0DA8-769E-4922-B6BD-8C0DF7DC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1EE9C-A202-9721-E72A-9B568AC0E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580F8-1ED0-8962-44FB-36AE6555C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4750A-DCDB-C28B-3AAE-F8698C152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001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13E7-4B73-8F00-7522-36A08A9C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04E50-5B50-0F26-1006-D749C565A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D8428-3E45-76AF-B8E9-9B4313521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9C5CB-0FD9-7A9A-8063-D8ABDD524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689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8F308-989C-6616-1CFB-C399C8F0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4D6C5-2D25-0660-FFD0-8F3F707CC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124B7-073E-3421-6C40-32DAF60F4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351CA-55C0-7845-4600-2A544495B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802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61BB2-3DDB-3B67-E779-CF1DA9381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280D2-CE10-96D7-08E2-370E3F221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E7D5A-894F-E9AF-220D-FE3422918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A150A-0C41-69A9-575F-56DFCCE6E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9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220685"/>
            <a:ext cx="6117771" cy="24803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400" dirty="0"/>
              <a:t>Effects, Data fetching &amp; </a:t>
            </a:r>
            <a:br>
              <a:rPr lang="en-US" sz="4400" dirty="0"/>
            </a:br>
            <a:r>
              <a:rPr lang="en-US" sz="4400" dirty="0"/>
              <a:t>React Router 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1447800"/>
            <a:ext cx="9779182" cy="500742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lvl="0" indent="-45720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IN" dirty="0" err="1"/>
              <a:t>useEffect</a:t>
            </a:r>
            <a:r>
              <a:rPr lang="en-IN" dirty="0"/>
              <a:t> is a React Hook used to perform </a:t>
            </a:r>
            <a:r>
              <a:rPr lang="en-IN" b="1" dirty="0"/>
              <a:t>side effects</a:t>
            </a:r>
            <a:r>
              <a:rPr lang="en-IN" dirty="0"/>
              <a:t> in functional components. </a:t>
            </a:r>
          </a:p>
          <a:p>
            <a:pPr marL="457200" lvl="0" indent="-45720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IN" dirty="0"/>
              <a:t>Side effects are operations that happen </a:t>
            </a:r>
            <a:r>
              <a:rPr lang="en-IN" b="1" dirty="0"/>
              <a:t>outside the normal UI rendering</a:t>
            </a:r>
            <a:r>
              <a:rPr lang="en-IN" dirty="0"/>
              <a:t>. </a:t>
            </a:r>
          </a:p>
          <a:p>
            <a:pPr marL="457200" lvl="0" indent="-45720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IN" dirty="0"/>
              <a:t>It runs </a:t>
            </a:r>
            <a:r>
              <a:rPr lang="en-IN" b="1" dirty="0"/>
              <a:t>after the component renders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r>
              <a:rPr lang="en-IN" b="1" dirty="0"/>
              <a:t>Common Side Effects</a:t>
            </a:r>
          </a:p>
          <a:p>
            <a:pPr marL="628650" lvl="1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IN" sz="700" dirty="0"/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API / data fetching </a:t>
            </a: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Updating </a:t>
            </a:r>
            <a:r>
              <a:rPr lang="en-IN" dirty="0" err="1"/>
              <a:t>document.title</a:t>
            </a:r>
            <a:r>
              <a:rPr lang="en-IN" dirty="0"/>
              <a:t> </a:t>
            </a: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Timers (</a:t>
            </a:r>
            <a:r>
              <a:rPr lang="en-IN" dirty="0" err="1"/>
              <a:t>setTimeout</a:t>
            </a:r>
            <a:r>
              <a:rPr lang="en-IN" dirty="0"/>
              <a:t>, </a:t>
            </a:r>
            <a:r>
              <a:rPr lang="en-IN" dirty="0" err="1"/>
              <a:t>setInterval</a:t>
            </a:r>
            <a:r>
              <a:rPr lang="en-IN" dirty="0"/>
              <a:t>) </a:t>
            </a:r>
          </a:p>
          <a:p>
            <a:pPr marL="914400" lvl="1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Event listeners </a:t>
            </a:r>
          </a:p>
          <a:p>
            <a:pPr lvl="1">
              <a:lnSpc>
                <a:spcPct val="120000"/>
              </a:lnSpc>
            </a:pPr>
            <a:endParaRPr lang="en-IN" dirty="0"/>
          </a:p>
          <a:p>
            <a:pPr lvl="0"/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C073D4-0142-2CB1-C513-B400F39B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5" y="326571"/>
            <a:ext cx="9779183" cy="812293"/>
          </a:xfrm>
        </p:spPr>
        <p:txBody>
          <a:bodyPr/>
          <a:lstStyle/>
          <a:p>
            <a:r>
              <a:rPr lang="en-IN" dirty="0" err="1"/>
              <a:t>useEffect</a:t>
            </a:r>
            <a:r>
              <a:rPr lang="en-IN" dirty="0"/>
              <a:t> Hook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7DEE3-5599-AAB9-7E75-DFCEBE50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030AD-CCD2-8607-7326-DBBD1AF62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10" y="1644749"/>
            <a:ext cx="9779182" cy="440770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vl="0"/>
            <a:r>
              <a:rPr lang="en-IN" dirty="0"/>
              <a:t>The dependency array controls when the effect executes.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1. No Dependency Array</a:t>
            </a:r>
          </a:p>
          <a:p>
            <a:pPr lvl="0"/>
            <a:endParaRPr lang="en-IN" dirty="0"/>
          </a:p>
          <a:p>
            <a:pPr lvl="0"/>
            <a:r>
              <a:rPr lang="en-IN" dirty="0" err="1"/>
              <a:t>useEffect</a:t>
            </a:r>
            <a:r>
              <a:rPr lang="en-IN" dirty="0"/>
              <a:t>(() =&gt; {</a:t>
            </a:r>
          </a:p>
          <a:p>
            <a:pPr lvl="0"/>
            <a:r>
              <a:rPr lang="en-IN" dirty="0"/>
              <a:t>    console.log("Effect");</a:t>
            </a:r>
          </a:p>
          <a:p>
            <a:pPr lvl="0"/>
            <a:r>
              <a:rPr lang="en-IN" dirty="0"/>
              <a:t>});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Runs after every render</a:t>
            </a:r>
          </a:p>
          <a:p>
            <a:pPr lvl="0"/>
            <a:endParaRPr lang="en-IN" sz="2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C3F23D-79C3-1429-98F8-438E3210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679068"/>
            <a:ext cx="9779183" cy="612204"/>
          </a:xfrm>
        </p:spPr>
        <p:txBody>
          <a:bodyPr/>
          <a:lstStyle/>
          <a:p>
            <a:r>
              <a:rPr lang="en-IN" dirty="0"/>
              <a:t>Dependency Array</a:t>
            </a:r>
          </a:p>
        </p:txBody>
      </p:sp>
    </p:spTree>
    <p:extLst>
      <p:ext uri="{BB962C8B-B14F-4D97-AF65-F5344CB8AC3E}">
        <p14:creationId xmlns:p14="http://schemas.microsoft.com/office/powerpoint/2010/main" val="36562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1A90-325F-D8F8-50DB-AC01368E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AA05A-5C1D-3D90-14C9-597FF2FAE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09" y="1111349"/>
            <a:ext cx="9779182" cy="44077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endParaRPr lang="en-US" dirty="0"/>
          </a:p>
          <a:p>
            <a:pPr lvl="0"/>
            <a:r>
              <a:rPr lang="en-US" b="1" dirty="0"/>
              <a:t>2. Empty Dependency Array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useEffect</a:t>
            </a:r>
            <a:r>
              <a:rPr lang="en-US" dirty="0"/>
              <a:t>(() =&gt; {</a:t>
            </a:r>
          </a:p>
          <a:p>
            <a:pPr lvl="0"/>
            <a:r>
              <a:rPr lang="en-US" dirty="0"/>
              <a:t>    console.log("Effect");</a:t>
            </a:r>
          </a:p>
          <a:p>
            <a:pPr lvl="0"/>
            <a:r>
              <a:rPr lang="en-US" dirty="0"/>
              <a:t>}, []);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Runs after the initial render</a:t>
            </a:r>
          </a:p>
          <a:p>
            <a:pPr lvl="0"/>
            <a:endParaRPr lang="en-US" dirty="0"/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568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EDE3D-D5C7-CEDC-6F0E-A05A10ECB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EDF59-1EC7-7A08-5F13-C9CE48F79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09" y="898574"/>
            <a:ext cx="9779182" cy="6057397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 b="1" dirty="0"/>
              <a:t>3. With Dependencies</a:t>
            </a:r>
          </a:p>
          <a:p>
            <a:pPr lvl="0"/>
            <a:endParaRPr lang="en-US" sz="1800" dirty="0"/>
          </a:p>
          <a:p>
            <a:pPr lvl="0"/>
            <a:r>
              <a:rPr lang="en-US" dirty="0" err="1"/>
              <a:t>useEffect</a:t>
            </a:r>
            <a:r>
              <a:rPr lang="en-US" dirty="0"/>
              <a:t>(() =&gt; {</a:t>
            </a:r>
          </a:p>
          <a:p>
            <a:pPr lvl="0"/>
            <a:r>
              <a:rPr lang="en-US" dirty="0"/>
              <a:t>    console.log("User changed");</a:t>
            </a:r>
          </a:p>
          <a:p>
            <a:pPr lvl="0"/>
            <a:r>
              <a:rPr lang="en-US" dirty="0"/>
              <a:t>}, [user]);</a:t>
            </a:r>
          </a:p>
          <a:p>
            <a:pPr lvl="0"/>
            <a:endParaRPr lang="en-US" sz="1800" dirty="0"/>
          </a:p>
          <a:p>
            <a:pPr lvl="0"/>
            <a:r>
              <a:rPr lang="en-US" b="1" dirty="0"/>
              <a:t>Runs when user changes.</a:t>
            </a:r>
          </a:p>
          <a:p>
            <a:pPr lvl="0"/>
            <a:endParaRPr lang="en-US" sz="1600" dirty="0"/>
          </a:p>
          <a:p>
            <a:pPr lvl="0"/>
            <a:r>
              <a:rPr lang="en-US" b="1" dirty="0">
                <a:solidFill>
                  <a:srgbClr val="FF0000"/>
                </a:solidFill>
              </a:rPr>
              <a:t>Important Point :</a:t>
            </a:r>
          </a:p>
          <a:p>
            <a:pPr lvl="0"/>
            <a:r>
              <a:rPr lang="en-US" b="1" dirty="0">
                <a:solidFill>
                  <a:srgbClr val="FF0000"/>
                </a:solidFill>
              </a:rPr>
              <a:t>Dependencies decide when the effect should re-run.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51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B89C4-A6FF-030F-B4F8-BB3873FB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1AFA2-44E0-9DFA-21EF-09BF76C76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02971"/>
            <a:ext cx="9779182" cy="44849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b="1" dirty="0"/>
              <a:t>Data fetching</a:t>
            </a:r>
            <a:r>
              <a:rPr lang="en-IN" dirty="0"/>
              <a:t> means retrieving data from an external source, usually a backend API.</a:t>
            </a:r>
          </a:p>
          <a:p>
            <a:endParaRPr lang="en-IN" b="1" dirty="0"/>
          </a:p>
          <a:p>
            <a:r>
              <a:rPr lang="en-IN" b="1" dirty="0"/>
              <a:t>Common Sources</a:t>
            </a:r>
          </a:p>
          <a:p>
            <a:pPr marL="91440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REST APIs </a:t>
            </a:r>
          </a:p>
          <a:p>
            <a:pPr marL="91440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backend </a:t>
            </a:r>
          </a:p>
          <a:p>
            <a:pPr marL="91440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Databases through APIs </a:t>
            </a:r>
          </a:p>
          <a:p>
            <a:pPr marL="91440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Third-party APIs </a:t>
            </a:r>
          </a:p>
          <a:p>
            <a:pPr marL="91440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/>
              <a:t>Firebase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4EF38A-681F-8787-E935-48AAC478B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870857"/>
            <a:ext cx="9779183" cy="768750"/>
          </a:xfrm>
        </p:spPr>
        <p:txBody>
          <a:bodyPr/>
          <a:lstStyle/>
          <a:p>
            <a:r>
              <a:rPr lang="en-IN" dirty="0"/>
              <a:t>Data Fetching</a:t>
            </a:r>
          </a:p>
        </p:txBody>
      </p:sp>
    </p:spTree>
    <p:extLst>
      <p:ext uri="{BB962C8B-B14F-4D97-AF65-F5344CB8AC3E}">
        <p14:creationId xmlns:p14="http://schemas.microsoft.com/office/powerpoint/2010/main" val="284974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05EA6-D9F1-52B3-F088-6D7C7D381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06FB3-E777-7CC1-7C25-298534F7D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485553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b="1" dirty="0"/>
              <a:t>What is Fetch?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dirty="0"/>
              <a:t>fetch() is a built-in JavaScript API used to make HTTP requests.</a:t>
            </a:r>
          </a:p>
          <a:p>
            <a:pPr lvl="0"/>
            <a:endParaRPr lang="en-IN" sz="1400" dirty="0"/>
          </a:p>
          <a:p>
            <a:r>
              <a:rPr lang="en-IN" b="1" dirty="0"/>
              <a:t>Important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dirty="0"/>
              <a:t>With Fetch, JSON needs to be converted manually:</a:t>
            </a:r>
          </a:p>
          <a:p>
            <a:pPr lvl="0"/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391421-51FC-4280-9E3A-0A529A7E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5" y="1153886"/>
            <a:ext cx="9779183" cy="692550"/>
          </a:xfrm>
        </p:spPr>
        <p:txBody>
          <a:bodyPr/>
          <a:lstStyle/>
          <a:p>
            <a:r>
              <a:rPr lang="en-IN" dirty="0"/>
              <a:t>Fetch API</a:t>
            </a:r>
          </a:p>
        </p:txBody>
      </p:sp>
    </p:spTree>
    <p:extLst>
      <p:ext uri="{BB962C8B-B14F-4D97-AF65-F5344CB8AC3E}">
        <p14:creationId xmlns:p14="http://schemas.microsoft.com/office/powerpoint/2010/main" val="1095312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50DA6-6634-D45E-7DB9-7CFC622B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3BD297-A4ED-A631-4743-650BA2F83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7062" y="1602400"/>
            <a:ext cx="7199075" cy="3884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0206A4B-B668-46B8-6991-C7CE01EE7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64" y="501288"/>
            <a:ext cx="9779183" cy="768205"/>
          </a:xfrm>
        </p:spPr>
        <p:txBody>
          <a:bodyPr/>
          <a:lstStyle/>
          <a:p>
            <a:r>
              <a:rPr lang="en-IN" dirty="0"/>
              <a:t>Fetch with </a:t>
            </a:r>
            <a:r>
              <a:rPr lang="en-IN" dirty="0" err="1"/>
              <a:t>useEffect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196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61275-FC60-7A9C-FF01-7749F1BD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B83E6-1C48-8EEB-CB22-D391D7C13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09" y="2118579"/>
            <a:ext cx="9779182" cy="336681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What is Axios?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Axios is a popular </a:t>
            </a:r>
            <a:r>
              <a:rPr lang="en-IN" b="1" dirty="0"/>
              <a:t>HTTP client library</a:t>
            </a:r>
            <a:r>
              <a:rPr lang="en-IN" dirty="0"/>
              <a:t> used for making API requests.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Installation : </a:t>
            </a:r>
            <a:r>
              <a:rPr lang="en-IN" b="1" dirty="0" err="1"/>
              <a:t>npm</a:t>
            </a:r>
            <a:r>
              <a:rPr lang="en-IN" b="1" dirty="0"/>
              <a:t> install </a:t>
            </a:r>
            <a:r>
              <a:rPr lang="en-IN" b="1" dirty="0" err="1"/>
              <a:t>axios</a:t>
            </a:r>
            <a:endParaRPr lang="en-IN" b="1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Axios handles the</a:t>
            </a:r>
            <a:r>
              <a:rPr lang="en-IN" b="1" dirty="0"/>
              <a:t> </a:t>
            </a:r>
            <a:r>
              <a:rPr lang="en-IN" dirty="0"/>
              <a:t>JSON response automatically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B5CA81-A809-7D55-DF9A-4787E06A8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5" y="1153886"/>
            <a:ext cx="9779183" cy="692550"/>
          </a:xfrm>
        </p:spPr>
        <p:txBody>
          <a:bodyPr/>
          <a:lstStyle/>
          <a:p>
            <a:r>
              <a:rPr lang="en-IN" dirty="0"/>
              <a:t>Axios</a:t>
            </a:r>
          </a:p>
        </p:txBody>
      </p:sp>
    </p:spTree>
    <p:extLst>
      <p:ext uri="{BB962C8B-B14F-4D97-AF65-F5344CB8AC3E}">
        <p14:creationId xmlns:p14="http://schemas.microsoft.com/office/powerpoint/2010/main" val="3591105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A2D48-9AA6-F382-4D76-441C3D59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2B7CFC-1923-2A95-18C9-8DA875BFA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64" y="501288"/>
            <a:ext cx="9779183" cy="768205"/>
          </a:xfrm>
        </p:spPr>
        <p:txBody>
          <a:bodyPr/>
          <a:lstStyle/>
          <a:p>
            <a:r>
              <a:rPr lang="en-IN" dirty="0"/>
              <a:t>Axios with </a:t>
            </a:r>
            <a:r>
              <a:rPr lang="en-IN" dirty="0" err="1"/>
              <a:t>useEffect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0B1DBE-5521-253D-73BB-9971321C3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864" y="1578600"/>
            <a:ext cx="7161185" cy="386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03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CDA9-5C73-3DBC-EA9D-89B75A0A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7186B-08D7-0FC9-4641-6CF994089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351" y="1545771"/>
            <a:ext cx="9779182" cy="478521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React Router is a library used to implement </a:t>
            </a:r>
            <a:r>
              <a:rPr lang="en-IN" b="1" dirty="0"/>
              <a:t>routing and navigation</a:t>
            </a:r>
            <a:r>
              <a:rPr lang="en-IN" dirty="0"/>
              <a:t> in React applications.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It allows different URLs to display different components </a:t>
            </a:r>
            <a:r>
              <a:rPr lang="en-IN" b="1" dirty="0"/>
              <a:t>without completely reloading the page</a:t>
            </a:r>
            <a:r>
              <a:rPr lang="en-IN" dirty="0"/>
              <a:t>.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Installation : </a:t>
            </a:r>
            <a:r>
              <a:rPr lang="en-IN" dirty="0" err="1"/>
              <a:t>npm</a:t>
            </a:r>
            <a:r>
              <a:rPr lang="en-IN" dirty="0"/>
              <a:t> install react-router-</a:t>
            </a:r>
            <a:r>
              <a:rPr lang="en-IN" dirty="0" err="1"/>
              <a:t>dom</a:t>
            </a:r>
            <a:endParaRPr lang="en-IN" dirty="0"/>
          </a:p>
          <a:p>
            <a:pPr marL="457200" lvl="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 err="1"/>
              <a:t>BrowserRouter</a:t>
            </a:r>
            <a:r>
              <a:rPr lang="en-IN" dirty="0"/>
              <a:t>, Routes, Route </a:t>
            </a:r>
          </a:p>
          <a:p>
            <a:pPr marL="457200" lvl="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Link</a:t>
            </a:r>
          </a:p>
          <a:p>
            <a:pPr marL="457200" lvl="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 err="1"/>
              <a:t>useNavigate</a:t>
            </a:r>
            <a:r>
              <a:rPr lang="en-IN" dirty="0"/>
              <a:t>, </a:t>
            </a:r>
            <a:r>
              <a:rPr lang="en-IN" dirty="0" err="1"/>
              <a:t>useParams</a:t>
            </a:r>
            <a:r>
              <a:rPr lang="en-IN" dirty="0"/>
              <a:t>, </a:t>
            </a:r>
            <a:r>
              <a:rPr lang="en-IN" dirty="0" err="1"/>
              <a:t>useLocation</a:t>
            </a:r>
            <a:r>
              <a:rPr lang="en-IN" dirty="0"/>
              <a:t> </a:t>
            </a:r>
          </a:p>
          <a:p>
            <a:pPr marL="457200" lvl="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Dynamic routes </a:t>
            </a:r>
          </a:p>
          <a:p>
            <a:pPr marL="457200" lvl="0" indent="-4572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404 / Not Found route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537E88-CDE2-A172-F1CE-334F1F42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527019"/>
            <a:ext cx="9779183" cy="866722"/>
          </a:xfrm>
        </p:spPr>
        <p:txBody>
          <a:bodyPr/>
          <a:lstStyle/>
          <a:p>
            <a:r>
              <a:rPr lang="en-IN" dirty="0"/>
              <a:t>React Router</a:t>
            </a:r>
          </a:p>
        </p:txBody>
      </p:sp>
    </p:spTree>
    <p:extLst>
      <p:ext uri="{BB962C8B-B14F-4D97-AF65-F5344CB8AC3E}">
        <p14:creationId xmlns:p14="http://schemas.microsoft.com/office/powerpoint/2010/main" val="4200885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6D3B1-A849-C7D5-2B28-D41537183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533CE5-26C8-5B30-FD0C-BA8A119E6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007" y="1685010"/>
            <a:ext cx="8223527" cy="38884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19C83A-B678-74C8-0D5A-5E5493CC0255}"/>
              </a:ext>
            </a:extLst>
          </p:cNvPr>
          <p:cNvSpPr txBox="1"/>
          <p:nvPr/>
        </p:nvSpPr>
        <p:spPr>
          <a:xfrm>
            <a:off x="1349832" y="849085"/>
            <a:ext cx="36194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React Router Setup</a:t>
            </a:r>
          </a:p>
        </p:txBody>
      </p:sp>
    </p:spTree>
    <p:extLst>
      <p:ext uri="{BB962C8B-B14F-4D97-AF65-F5344CB8AC3E}">
        <p14:creationId xmlns:p14="http://schemas.microsoft.com/office/powerpoint/2010/main" val="319681986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272</TotalTime>
  <Words>316</Words>
  <Application>Microsoft Office PowerPoint</Application>
  <PresentationFormat>Widescreen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Tenorite</vt:lpstr>
      <vt:lpstr>Wingdings</vt:lpstr>
      <vt:lpstr>Custom</vt:lpstr>
      <vt:lpstr>Effects, Data fetching &amp;  React Router  </vt:lpstr>
      <vt:lpstr>useEffect Hook</vt:lpstr>
      <vt:lpstr>Dependency Array</vt:lpstr>
      <vt:lpstr>PowerPoint Presentation</vt:lpstr>
      <vt:lpstr>PowerPoint Presentation</vt:lpstr>
      <vt:lpstr>Data Fetching</vt:lpstr>
      <vt:lpstr>Fetch API</vt:lpstr>
      <vt:lpstr>Fetch with useEffect</vt:lpstr>
      <vt:lpstr>Axios</vt:lpstr>
      <vt:lpstr>Axios with useEffect</vt:lpstr>
      <vt:lpstr>React Router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Shilavane</dc:creator>
  <cp:lastModifiedBy>Pranav Shilavane</cp:lastModifiedBy>
  <cp:revision>5</cp:revision>
  <dcterms:created xsi:type="dcterms:W3CDTF">2026-08-22T01:21:13Z</dcterms:created>
  <dcterms:modified xsi:type="dcterms:W3CDTF">2026-08-24T08:43:38Z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